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  <p:sldMasterId id="214748370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Helvetica Neue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HelveticaNeue-bold.fntdata"/><Relationship Id="rId12" Type="http://schemas.openxmlformats.org/officeDocument/2006/relationships/font" Target="fonts/HelveticaNeue-regular.fntdata"/><Relationship Id="rId15" Type="http://schemas.openxmlformats.org/officeDocument/2006/relationships/font" Target="fonts/HelveticaNeue-boldItalic.fntdata"/><Relationship Id="rId14" Type="http://schemas.openxmlformats.org/officeDocument/2006/relationships/font" Target="fonts/HelveticaNeu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4055decc0_2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2" name="Google Shape;512;g3f4055decc0_2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4055decc0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g3f4055decc0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NorthStar’s regional expansion will multiply both challenges if procurement stays informal.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4055decc0_0_1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f4055decc0_0_1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f4055decc0_0_2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f4055decc0_0_2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88e9499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f88e9499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556550" y="557700"/>
            <a:ext cx="82065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6000"/>
              <a:buNone/>
              <a:defRPr sz="58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2" type="title"/>
          </p:nvPr>
        </p:nvSpPr>
        <p:spPr>
          <a:xfrm>
            <a:off x="556550" y="2971800"/>
            <a:ext cx="39150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239126" y="4839975"/>
            <a:ext cx="3288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57784" y="4392755"/>
            <a:ext cx="913405" cy="249841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 5">
  <p:cSld name="TOC 5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557775" y="557775"/>
            <a:ext cx="32283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043400" y="1055475"/>
            <a:ext cx="754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557775" y="1055475"/>
            <a:ext cx="48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3" type="body"/>
          </p:nvPr>
        </p:nvSpPr>
        <p:spPr>
          <a:xfrm>
            <a:off x="1043400" y="1663144"/>
            <a:ext cx="754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4" type="body"/>
          </p:nvPr>
        </p:nvSpPr>
        <p:spPr>
          <a:xfrm>
            <a:off x="557775" y="1663125"/>
            <a:ext cx="48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5" type="body"/>
          </p:nvPr>
        </p:nvSpPr>
        <p:spPr>
          <a:xfrm>
            <a:off x="1043400" y="2270813"/>
            <a:ext cx="754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6" type="body"/>
          </p:nvPr>
        </p:nvSpPr>
        <p:spPr>
          <a:xfrm>
            <a:off x="557774" y="2270800"/>
            <a:ext cx="48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7" type="body"/>
          </p:nvPr>
        </p:nvSpPr>
        <p:spPr>
          <a:xfrm>
            <a:off x="1043400" y="2878481"/>
            <a:ext cx="754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8" type="body"/>
          </p:nvPr>
        </p:nvSpPr>
        <p:spPr>
          <a:xfrm>
            <a:off x="557798" y="2878475"/>
            <a:ext cx="48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9" type="body"/>
          </p:nvPr>
        </p:nvSpPr>
        <p:spPr>
          <a:xfrm>
            <a:off x="1043400" y="3486150"/>
            <a:ext cx="754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3" type="body"/>
          </p:nvPr>
        </p:nvSpPr>
        <p:spPr>
          <a:xfrm>
            <a:off x="557775" y="3486150"/>
            <a:ext cx="48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w/Numbers">
  <p:cSld name="Medium Text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557850" y="850400"/>
            <a:ext cx="66579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557875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4" name="Google Shape;84;p16"/>
          <p:cNvSpPr txBox="1"/>
          <p:nvPr>
            <p:ph idx="2" type="body"/>
          </p:nvPr>
        </p:nvSpPr>
        <p:spPr>
          <a:xfrm>
            <a:off x="557875" y="2743200"/>
            <a:ext cx="391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■"/>
              <a:defRPr b="1"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●"/>
              <a:defRPr b="1"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○"/>
              <a:defRPr b="1"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Font typeface="Helvetica Neue"/>
              <a:buChar char="■"/>
              <a:defRPr b="1"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3" type="body"/>
          </p:nvPr>
        </p:nvSpPr>
        <p:spPr>
          <a:xfrm>
            <a:off x="557875" y="3008400"/>
            <a:ext cx="39135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4" type="body"/>
          </p:nvPr>
        </p:nvSpPr>
        <p:spPr>
          <a:xfrm>
            <a:off x="557775" y="2397600"/>
            <a:ext cx="3913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5" type="body"/>
          </p:nvPr>
        </p:nvSpPr>
        <p:spPr>
          <a:xfrm>
            <a:off x="4673550" y="2743200"/>
            <a:ext cx="391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■"/>
              <a:defRPr b="1"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●"/>
              <a:defRPr b="1"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○"/>
              <a:defRPr b="1"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Font typeface="Helvetica Neue"/>
              <a:buChar char="■"/>
              <a:defRPr b="1"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body"/>
          </p:nvPr>
        </p:nvSpPr>
        <p:spPr>
          <a:xfrm>
            <a:off x="4673550" y="3008400"/>
            <a:ext cx="39135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body"/>
          </p:nvPr>
        </p:nvSpPr>
        <p:spPr>
          <a:xfrm>
            <a:off x="4673550" y="2397600"/>
            <a:ext cx="3913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0" name="Google Shape;90;p16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w/Numbers ">
  <p:cSld name="Medium Text_1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557900" y="850400"/>
            <a:ext cx="66579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557900" y="557700"/>
            <a:ext cx="8028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8" name="Google Shape;98;p17"/>
          <p:cNvSpPr txBox="1"/>
          <p:nvPr>
            <p:ph idx="2" type="body"/>
          </p:nvPr>
        </p:nvSpPr>
        <p:spPr>
          <a:xfrm>
            <a:off x="3301305" y="2743200"/>
            <a:ext cx="253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3" type="body"/>
          </p:nvPr>
        </p:nvSpPr>
        <p:spPr>
          <a:xfrm>
            <a:off x="3301300" y="3155075"/>
            <a:ext cx="2532900" cy="1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4" type="body"/>
          </p:nvPr>
        </p:nvSpPr>
        <p:spPr>
          <a:xfrm>
            <a:off x="3301309" y="2395725"/>
            <a:ext cx="253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5" type="body"/>
          </p:nvPr>
        </p:nvSpPr>
        <p:spPr>
          <a:xfrm>
            <a:off x="6054002" y="2743213"/>
            <a:ext cx="253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6" type="body"/>
          </p:nvPr>
        </p:nvSpPr>
        <p:spPr>
          <a:xfrm>
            <a:off x="6054000" y="3155194"/>
            <a:ext cx="2532900" cy="1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7" type="body"/>
          </p:nvPr>
        </p:nvSpPr>
        <p:spPr>
          <a:xfrm>
            <a:off x="6054007" y="2395725"/>
            <a:ext cx="253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8" type="body"/>
          </p:nvPr>
        </p:nvSpPr>
        <p:spPr>
          <a:xfrm>
            <a:off x="557784" y="2743200"/>
            <a:ext cx="253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9" type="body"/>
          </p:nvPr>
        </p:nvSpPr>
        <p:spPr>
          <a:xfrm>
            <a:off x="557775" y="3155075"/>
            <a:ext cx="2542500" cy="1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3" type="body"/>
          </p:nvPr>
        </p:nvSpPr>
        <p:spPr>
          <a:xfrm>
            <a:off x="557775" y="2395725"/>
            <a:ext cx="254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7" name="Google Shape;107;p17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57927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w/Icons">
  <p:cSld name="Medium Text_1_1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557775" y="850400"/>
            <a:ext cx="66579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557775" y="557700"/>
            <a:ext cx="802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5" name="Google Shape;115;p18"/>
          <p:cNvSpPr txBox="1"/>
          <p:nvPr>
            <p:ph idx="2" type="body"/>
          </p:nvPr>
        </p:nvSpPr>
        <p:spPr>
          <a:xfrm>
            <a:off x="557800" y="2743200"/>
            <a:ext cx="391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3" type="body"/>
          </p:nvPr>
        </p:nvSpPr>
        <p:spPr>
          <a:xfrm>
            <a:off x="557800" y="3016145"/>
            <a:ext cx="39138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4" type="body"/>
          </p:nvPr>
        </p:nvSpPr>
        <p:spPr>
          <a:xfrm>
            <a:off x="4673550" y="2743200"/>
            <a:ext cx="391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5" type="body"/>
          </p:nvPr>
        </p:nvSpPr>
        <p:spPr>
          <a:xfrm>
            <a:off x="4673500" y="3016150"/>
            <a:ext cx="39138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9" name="Google Shape;119;p18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ext w/ Bullets">
  <p:cSld name="Large Text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557775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557775" y="1097276"/>
            <a:ext cx="80292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2" type="body"/>
          </p:nvPr>
        </p:nvSpPr>
        <p:spPr>
          <a:xfrm>
            <a:off x="557776" y="2133500"/>
            <a:ext cx="39168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Helvetica Neue"/>
              <a:buChar char="■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Helvetica Neue"/>
              <a:buChar char="●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Helvetica Neue"/>
              <a:buChar char="○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900"/>
              <a:buFont typeface="Helvetica Neue"/>
              <a:buChar char="■"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8" name="Google Shape;128;p19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slide" type="title">
  <p:cSld name="TITLE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3819477" y="2367009"/>
            <a:ext cx="1509760" cy="409575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TITLE_1"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556550" y="1862950"/>
            <a:ext cx="39150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0" i="0" lang="en" sz="5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you.</a:t>
            </a:r>
            <a:endParaRPr b="0" i="0" sz="58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557784" y="4392755"/>
            <a:ext cx="913405" cy="249841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&amp; Body Copy">
  <p:cSld name="Title Slide &amp; Body Cop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22"/>
          <p:cNvSpPr txBox="1"/>
          <p:nvPr>
            <p:ph type="title"/>
          </p:nvPr>
        </p:nvSpPr>
        <p:spPr>
          <a:xfrm>
            <a:off x="556550" y="557700"/>
            <a:ext cx="8206500" cy="184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557784" y="2971350"/>
            <a:ext cx="39039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2"/>
          <p:cNvSpPr txBox="1"/>
          <p:nvPr>
            <p:ph idx="2" type="body"/>
          </p:nvPr>
        </p:nvSpPr>
        <p:spPr>
          <a:xfrm>
            <a:off x="557784" y="2571750"/>
            <a:ext cx="3903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239126" y="4839975"/>
            <a:ext cx="3288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2"/>
          <p:cNvSpPr/>
          <p:nvPr/>
        </p:nvSpPr>
        <p:spPr>
          <a:xfrm>
            <a:off x="557784" y="4392755"/>
            <a:ext cx="913405" cy="249841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/ subheader">
  <p:cSld name="Section title w/ subhead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6FA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23"/>
          <p:cNvSpPr txBox="1"/>
          <p:nvPr>
            <p:ph type="title"/>
          </p:nvPr>
        </p:nvSpPr>
        <p:spPr>
          <a:xfrm>
            <a:off x="556550" y="558800"/>
            <a:ext cx="80304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557775" y="1055800"/>
            <a:ext cx="5972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/ eyebrow">
  <p:cSld name="Section title w/ eyebrow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6FA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p24"/>
          <p:cNvSpPr txBox="1"/>
          <p:nvPr>
            <p:ph type="title"/>
          </p:nvPr>
        </p:nvSpPr>
        <p:spPr>
          <a:xfrm>
            <a:off x="556550" y="762300"/>
            <a:ext cx="80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557775" y="559525"/>
            <a:ext cx="66582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4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/ sub (Centered)">
  <p:cSld name="Section title w/ sub (Centered)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6FAB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25"/>
          <p:cNvSpPr txBox="1"/>
          <p:nvPr>
            <p:ph type="title"/>
          </p:nvPr>
        </p:nvSpPr>
        <p:spPr>
          <a:xfrm>
            <a:off x="567400" y="2062550"/>
            <a:ext cx="80196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1244050" y="2571750"/>
            <a:ext cx="66576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3175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431151" y="4839975"/>
            <a:ext cx="3288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 txBox="1"/>
          <p:nvPr>
            <p:ph idx="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/ Photo">
  <p:cSld name="Section title w/ Photo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/>
          <p:nvPr>
            <p:ph idx="2" type="pic"/>
          </p:nvPr>
        </p:nvSpPr>
        <p:spPr>
          <a:xfrm>
            <a:off x="114300" y="112050"/>
            <a:ext cx="8915400" cy="4919400"/>
          </a:xfrm>
          <a:prstGeom prst="roundRect">
            <a:avLst>
              <a:gd fmla="val 2360" name="adj"/>
            </a:avLst>
          </a:prstGeom>
          <a:noFill/>
          <a:ln>
            <a:noFill/>
          </a:ln>
        </p:spPr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557775" y="2286425"/>
            <a:ext cx="80295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6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Full Page">
  <p:cSld name="Section title w/ Photo_1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/>
          <p:nvPr>
            <p:ph idx="2" type="pic"/>
          </p:nvPr>
        </p:nvSpPr>
        <p:spPr>
          <a:xfrm>
            <a:off x="114300" y="112050"/>
            <a:ext cx="8915400" cy="4919400"/>
          </a:xfrm>
          <a:prstGeom prst="roundRect">
            <a:avLst>
              <a:gd fmla="val 2360" name="adj"/>
            </a:avLst>
          </a:prstGeom>
          <a:noFill/>
          <a:ln>
            <a:noFill/>
          </a:ln>
        </p:spPr>
      </p:sp>
      <p:sp>
        <p:nvSpPr>
          <p:cNvPr id="184" name="Google Shape;184;p27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p27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27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on White Shape">
  <p:cSld name="Section title w/ Photo_1_1">
    <p:bg>
      <p:bgPr>
        <a:solidFill>
          <a:schemeClr val="lt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p28"/>
          <p:cNvSpPr/>
          <p:nvPr>
            <p:ph idx="2" type="pic"/>
          </p:nvPr>
        </p:nvSpPr>
        <p:spPr>
          <a:xfrm>
            <a:off x="1929950" y="553625"/>
            <a:ext cx="5285700" cy="4036500"/>
          </a:xfrm>
          <a:prstGeom prst="roundRect">
            <a:avLst>
              <a:gd fmla="val 1641" name="adj"/>
            </a:avLst>
          </a:prstGeom>
          <a:noFill/>
          <a:ln>
            <a:noFill/>
          </a:ln>
        </p:spPr>
      </p:sp>
      <p:sp>
        <p:nvSpPr>
          <p:cNvPr id="191" name="Google Shape;191;p28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/ subheader (Dark)">
  <p:cSld name="Section title w/ subheader (Dark)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060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p29"/>
          <p:cNvSpPr txBox="1"/>
          <p:nvPr>
            <p:ph type="title"/>
          </p:nvPr>
        </p:nvSpPr>
        <p:spPr>
          <a:xfrm>
            <a:off x="556550" y="1925550"/>
            <a:ext cx="80307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557775" y="2646875"/>
            <a:ext cx="59736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9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29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w/ eyebrow (Dark)">
  <p:cSld name="Section title w/ eyebrow (Dark)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060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556550" y="2571900"/>
            <a:ext cx="80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b="1" i="0" sz="2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557775" y="2125125"/>
            <a:ext cx="59724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•"/>
              <a:defRPr sz="1100">
                <a:solidFill>
                  <a:srgbClr val="FFFFFF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•"/>
              <a:defRPr sz="1100">
                <a:solidFill>
                  <a:srgbClr val="FFFFFF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•"/>
              <a:defRPr sz="1100">
                <a:solidFill>
                  <a:srgbClr val="FFFFFF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•"/>
              <a:defRPr sz="1100">
                <a:solidFill>
                  <a:srgbClr val="FFFFFF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7" name="Google Shape;207;p30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p30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w/ Photo 1/2 page">
  <p:cSld name="Speaker w/ Photo 1/2 pag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/>
          <p:nvPr>
            <p:ph idx="2" type="pic"/>
          </p:nvPr>
        </p:nvSpPr>
        <p:spPr>
          <a:xfrm>
            <a:off x="4568775" y="114372"/>
            <a:ext cx="4461900" cy="491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13" name="Google Shape;213;p31"/>
          <p:cNvSpPr/>
          <p:nvPr/>
        </p:nvSpPr>
        <p:spPr>
          <a:xfrm rot="-5400000">
            <a:off x="-114449" y="343122"/>
            <a:ext cx="4919400" cy="4461900"/>
          </a:xfrm>
          <a:prstGeom prst="round2SameRect">
            <a:avLst>
              <a:gd fmla="val 2337" name="adj1"/>
              <a:gd fmla="val 0" name="adj2"/>
            </a:avLst>
          </a:pr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557675" y="777250"/>
            <a:ext cx="32184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type="title"/>
          </p:nvPr>
        </p:nvSpPr>
        <p:spPr>
          <a:xfrm>
            <a:off x="557775" y="557775"/>
            <a:ext cx="321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16" name="Google Shape;216;p31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1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close/>
                <a:moveTo>
                  <a:pt x="9029700" y="4914900"/>
                </a:moveTo>
                <a:cubicBezTo>
                  <a:pt x="9029700" y="4978003"/>
                  <a:pt x="8978503" y="5029200"/>
                  <a:pt x="8915400" y="5029200"/>
                </a:cubicBezTo>
                <a:lnTo>
                  <a:pt x="228600" y="5029200"/>
                </a:lnTo>
                <a:cubicBezTo>
                  <a:pt x="165497" y="5029200"/>
                  <a:pt x="114300" y="4978003"/>
                  <a:pt x="114300" y="4914900"/>
                </a:cubicBezTo>
                <a:lnTo>
                  <a:pt x="114300" y="228600"/>
                </a:lnTo>
                <a:cubicBezTo>
                  <a:pt x="114300" y="165497"/>
                  <a:pt x="165497" y="114300"/>
                  <a:pt x="228600" y="114300"/>
                </a:cubicBezTo>
                <a:lnTo>
                  <a:pt x="8915400" y="114300"/>
                </a:lnTo>
                <a:cubicBezTo>
                  <a:pt x="8978503" y="114300"/>
                  <a:pt x="9029700" y="165497"/>
                  <a:pt x="9029700" y="228600"/>
                </a:cubicBezTo>
                <a:lnTo>
                  <a:pt x="9029700" y="4914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Text + Image">
  <p:cSld name="Speaker w/ Photo 1/2 page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/>
          <p:nvPr>
            <p:ph idx="2" type="pic"/>
          </p:nvPr>
        </p:nvSpPr>
        <p:spPr>
          <a:xfrm>
            <a:off x="3987650" y="114375"/>
            <a:ext cx="5043300" cy="491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23" name="Google Shape;223;p32"/>
          <p:cNvSpPr/>
          <p:nvPr/>
        </p:nvSpPr>
        <p:spPr>
          <a:xfrm rot="-5400000">
            <a:off x="-114449" y="343122"/>
            <a:ext cx="4919400" cy="4461900"/>
          </a:xfrm>
          <a:prstGeom prst="round2SameRect">
            <a:avLst>
              <a:gd fmla="val 2337" name="adj1"/>
              <a:gd fmla="val 0" name="adj2"/>
            </a:avLst>
          </a:pr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close/>
                <a:moveTo>
                  <a:pt x="9029700" y="4914900"/>
                </a:moveTo>
                <a:cubicBezTo>
                  <a:pt x="9029700" y="4978003"/>
                  <a:pt x="8978503" y="5029200"/>
                  <a:pt x="8915400" y="5029200"/>
                </a:cubicBezTo>
                <a:lnTo>
                  <a:pt x="228600" y="5029200"/>
                </a:lnTo>
                <a:cubicBezTo>
                  <a:pt x="165497" y="5029200"/>
                  <a:pt x="114300" y="4978003"/>
                  <a:pt x="114300" y="4914900"/>
                </a:cubicBezTo>
                <a:lnTo>
                  <a:pt x="114300" y="228600"/>
                </a:lnTo>
                <a:cubicBezTo>
                  <a:pt x="114300" y="165497"/>
                  <a:pt x="165497" y="114300"/>
                  <a:pt x="228600" y="114300"/>
                </a:cubicBezTo>
                <a:lnTo>
                  <a:pt x="8915400" y="114300"/>
                </a:lnTo>
                <a:cubicBezTo>
                  <a:pt x="8978503" y="114300"/>
                  <a:pt x="9029700" y="165497"/>
                  <a:pt x="9029700" y="228600"/>
                </a:cubicBezTo>
                <a:lnTo>
                  <a:pt x="9029700" y="4914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2"/>
          <p:cNvSpPr txBox="1"/>
          <p:nvPr>
            <p:ph type="title"/>
          </p:nvPr>
        </p:nvSpPr>
        <p:spPr>
          <a:xfrm>
            <a:off x="557784" y="557700"/>
            <a:ext cx="2532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26" name="Google Shape;226;p32"/>
          <p:cNvSpPr txBox="1"/>
          <p:nvPr>
            <p:ph idx="1" type="body"/>
          </p:nvPr>
        </p:nvSpPr>
        <p:spPr>
          <a:xfrm>
            <a:off x="557775" y="1097280"/>
            <a:ext cx="254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2"/>
          <p:cNvSpPr txBox="1"/>
          <p:nvPr>
            <p:ph idx="3" type="body"/>
          </p:nvPr>
        </p:nvSpPr>
        <p:spPr>
          <a:xfrm>
            <a:off x="557784" y="1557425"/>
            <a:ext cx="25329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2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2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1" name="Google Shape;231;p32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Text Icons + Image">
  <p:cSld name="Speaker w/ Photo 1/2 page_1_3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/>
          <p:nvPr>
            <p:ph idx="2" type="pic"/>
          </p:nvPr>
        </p:nvSpPr>
        <p:spPr>
          <a:xfrm>
            <a:off x="3987650" y="114375"/>
            <a:ext cx="5043300" cy="491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34" name="Google Shape;234;p33"/>
          <p:cNvSpPr/>
          <p:nvPr/>
        </p:nvSpPr>
        <p:spPr>
          <a:xfrm rot="-5400000">
            <a:off x="-114449" y="343122"/>
            <a:ext cx="4919400" cy="4461900"/>
          </a:xfrm>
          <a:prstGeom prst="round2SameRect">
            <a:avLst>
              <a:gd fmla="val 2337" name="adj1"/>
              <a:gd fmla="val 0" name="adj2"/>
            </a:avLst>
          </a:pr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close/>
                <a:moveTo>
                  <a:pt x="9029700" y="4914900"/>
                </a:moveTo>
                <a:cubicBezTo>
                  <a:pt x="9029700" y="4978003"/>
                  <a:pt x="8978503" y="5029200"/>
                  <a:pt x="8915400" y="5029200"/>
                </a:cubicBezTo>
                <a:lnTo>
                  <a:pt x="228600" y="5029200"/>
                </a:lnTo>
                <a:cubicBezTo>
                  <a:pt x="165497" y="5029200"/>
                  <a:pt x="114300" y="4978003"/>
                  <a:pt x="114300" y="4914900"/>
                </a:cubicBezTo>
                <a:lnTo>
                  <a:pt x="114300" y="228600"/>
                </a:lnTo>
                <a:cubicBezTo>
                  <a:pt x="114300" y="165497"/>
                  <a:pt x="165497" y="114300"/>
                  <a:pt x="228600" y="114300"/>
                </a:cubicBezTo>
                <a:lnTo>
                  <a:pt x="8915400" y="114300"/>
                </a:lnTo>
                <a:cubicBezTo>
                  <a:pt x="8978503" y="114300"/>
                  <a:pt x="9029700" y="165497"/>
                  <a:pt x="9029700" y="228600"/>
                </a:cubicBezTo>
                <a:lnTo>
                  <a:pt x="9029700" y="4914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/>
          <p:nvPr>
            <p:ph type="title"/>
          </p:nvPr>
        </p:nvSpPr>
        <p:spPr>
          <a:xfrm>
            <a:off x="557775" y="557700"/>
            <a:ext cx="2542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37" name="Google Shape;237;p33"/>
          <p:cNvSpPr txBox="1"/>
          <p:nvPr>
            <p:ph idx="1" type="body"/>
          </p:nvPr>
        </p:nvSpPr>
        <p:spPr>
          <a:xfrm>
            <a:off x="894525" y="1099417"/>
            <a:ext cx="22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3"/>
          <p:cNvSpPr txBox="1"/>
          <p:nvPr>
            <p:ph idx="3" type="body"/>
          </p:nvPr>
        </p:nvSpPr>
        <p:spPr>
          <a:xfrm>
            <a:off x="894525" y="1546838"/>
            <a:ext cx="22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3"/>
          <p:cNvSpPr txBox="1"/>
          <p:nvPr>
            <p:ph idx="4" type="body"/>
          </p:nvPr>
        </p:nvSpPr>
        <p:spPr>
          <a:xfrm>
            <a:off x="894525" y="1994892"/>
            <a:ext cx="22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3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1" name="Google Shape;241;p33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3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Text + Image w/Border">
  <p:cSld name="Speaker w/ Photo 1/2 page_1_2"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4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34"/>
          <p:cNvSpPr txBox="1"/>
          <p:nvPr>
            <p:ph type="title"/>
          </p:nvPr>
        </p:nvSpPr>
        <p:spPr>
          <a:xfrm>
            <a:off x="557775" y="557700"/>
            <a:ext cx="2542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557775" y="1097280"/>
            <a:ext cx="254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4"/>
          <p:cNvSpPr txBox="1"/>
          <p:nvPr>
            <p:ph idx="2" type="body"/>
          </p:nvPr>
        </p:nvSpPr>
        <p:spPr>
          <a:xfrm>
            <a:off x="557775" y="1557425"/>
            <a:ext cx="25425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34"/>
          <p:cNvSpPr/>
          <p:nvPr>
            <p:ph idx="3" type="pic"/>
          </p:nvPr>
        </p:nvSpPr>
        <p:spPr>
          <a:xfrm>
            <a:off x="3987650" y="557700"/>
            <a:ext cx="4599600" cy="4032300"/>
          </a:xfrm>
          <a:prstGeom prst="roundRect">
            <a:avLst>
              <a:gd fmla="val 1641" name="adj"/>
            </a:avLst>
          </a:prstGeom>
          <a:noFill/>
          <a:ln>
            <a:noFill/>
          </a:ln>
        </p:spPr>
      </p:sp>
      <p:sp>
        <p:nvSpPr>
          <p:cNvPr id="250" name="Google Shape;250;p34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p34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3" name="Google Shape;253;p34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Text  Icons + Image w/Border ">
  <p:cSld name="Speaker w/ Photo 1/2 page_1_2_1"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6" name="Google Shape;256;p35"/>
          <p:cNvSpPr txBox="1"/>
          <p:nvPr>
            <p:ph type="title"/>
          </p:nvPr>
        </p:nvSpPr>
        <p:spPr>
          <a:xfrm>
            <a:off x="557775" y="557700"/>
            <a:ext cx="2542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57" name="Google Shape;257;p35"/>
          <p:cNvSpPr/>
          <p:nvPr>
            <p:ph idx="2" type="pic"/>
          </p:nvPr>
        </p:nvSpPr>
        <p:spPr>
          <a:xfrm>
            <a:off x="3987650" y="557700"/>
            <a:ext cx="4599600" cy="4032600"/>
          </a:xfrm>
          <a:prstGeom prst="roundRect">
            <a:avLst>
              <a:gd fmla="val 1641" name="adj"/>
            </a:avLst>
          </a:prstGeom>
          <a:noFill/>
          <a:ln>
            <a:noFill/>
          </a:ln>
        </p:spPr>
      </p:sp>
      <p:sp>
        <p:nvSpPr>
          <p:cNvPr id="258" name="Google Shape;258;p35"/>
          <p:cNvSpPr txBox="1"/>
          <p:nvPr>
            <p:ph idx="1" type="body"/>
          </p:nvPr>
        </p:nvSpPr>
        <p:spPr>
          <a:xfrm>
            <a:off x="897400" y="1097280"/>
            <a:ext cx="220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5"/>
          <p:cNvSpPr txBox="1"/>
          <p:nvPr>
            <p:ph idx="3" type="body"/>
          </p:nvPr>
        </p:nvSpPr>
        <p:spPr>
          <a:xfrm>
            <a:off x="897400" y="1551378"/>
            <a:ext cx="220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5"/>
          <p:cNvSpPr txBox="1"/>
          <p:nvPr>
            <p:ph idx="4" type="body"/>
          </p:nvPr>
        </p:nvSpPr>
        <p:spPr>
          <a:xfrm>
            <a:off x="897400" y="2005475"/>
            <a:ext cx="2202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5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35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5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35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Right Text">
  <p:cSld name="Speaker w/ Photo 1/2 page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7" name="Google Shape;267;p36"/>
          <p:cNvSpPr/>
          <p:nvPr>
            <p:ph idx="2" type="pic"/>
          </p:nvPr>
        </p:nvSpPr>
        <p:spPr>
          <a:xfrm>
            <a:off x="114300" y="114375"/>
            <a:ext cx="5043300" cy="491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68" name="Google Shape;268;p36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close/>
                <a:moveTo>
                  <a:pt x="9029700" y="4914900"/>
                </a:moveTo>
                <a:cubicBezTo>
                  <a:pt x="9029700" y="4978003"/>
                  <a:pt x="8978503" y="5029200"/>
                  <a:pt x="8915400" y="5029200"/>
                </a:cubicBezTo>
                <a:lnTo>
                  <a:pt x="228600" y="5029200"/>
                </a:lnTo>
                <a:cubicBezTo>
                  <a:pt x="165497" y="5029200"/>
                  <a:pt x="114300" y="4978003"/>
                  <a:pt x="114300" y="4914900"/>
                </a:cubicBezTo>
                <a:lnTo>
                  <a:pt x="114300" y="228600"/>
                </a:lnTo>
                <a:cubicBezTo>
                  <a:pt x="114300" y="165497"/>
                  <a:pt x="165497" y="114300"/>
                  <a:pt x="228600" y="114300"/>
                </a:cubicBezTo>
                <a:lnTo>
                  <a:pt x="8915400" y="114300"/>
                </a:lnTo>
                <a:cubicBezTo>
                  <a:pt x="8978503" y="114300"/>
                  <a:pt x="9029700" y="165497"/>
                  <a:pt x="9029700" y="228600"/>
                </a:cubicBezTo>
                <a:lnTo>
                  <a:pt x="9029700" y="4914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6"/>
          <p:cNvSpPr txBox="1"/>
          <p:nvPr>
            <p:ph type="title"/>
          </p:nvPr>
        </p:nvSpPr>
        <p:spPr>
          <a:xfrm>
            <a:off x="6045350" y="557700"/>
            <a:ext cx="2541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70" name="Google Shape;270;p36"/>
          <p:cNvSpPr txBox="1"/>
          <p:nvPr>
            <p:ph idx="1" type="body"/>
          </p:nvPr>
        </p:nvSpPr>
        <p:spPr>
          <a:xfrm>
            <a:off x="6045350" y="1097280"/>
            <a:ext cx="254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3" type="body"/>
          </p:nvPr>
        </p:nvSpPr>
        <p:spPr>
          <a:xfrm>
            <a:off x="6045350" y="1557425"/>
            <a:ext cx="25419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6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6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5" name="Google Shape;275;p36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Right Text Icons">
  <p:cSld name="Speaker w/ Photo 1/2 page_1_1_2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8" name="Google Shape;278;p37"/>
          <p:cNvSpPr/>
          <p:nvPr>
            <p:ph idx="2" type="pic"/>
          </p:nvPr>
        </p:nvSpPr>
        <p:spPr>
          <a:xfrm>
            <a:off x="114300" y="114375"/>
            <a:ext cx="5043300" cy="4919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79" name="Google Shape;279;p37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close/>
                <a:moveTo>
                  <a:pt x="9029700" y="4914900"/>
                </a:moveTo>
                <a:cubicBezTo>
                  <a:pt x="9029700" y="4978003"/>
                  <a:pt x="8978503" y="5029200"/>
                  <a:pt x="8915400" y="5029200"/>
                </a:cubicBezTo>
                <a:lnTo>
                  <a:pt x="228600" y="5029200"/>
                </a:lnTo>
                <a:cubicBezTo>
                  <a:pt x="165497" y="5029200"/>
                  <a:pt x="114300" y="4978003"/>
                  <a:pt x="114300" y="4914900"/>
                </a:cubicBezTo>
                <a:lnTo>
                  <a:pt x="114300" y="228600"/>
                </a:lnTo>
                <a:cubicBezTo>
                  <a:pt x="114300" y="165497"/>
                  <a:pt x="165497" y="114300"/>
                  <a:pt x="228600" y="114300"/>
                </a:cubicBezTo>
                <a:lnTo>
                  <a:pt x="8915400" y="114300"/>
                </a:lnTo>
                <a:cubicBezTo>
                  <a:pt x="8978503" y="114300"/>
                  <a:pt x="9029700" y="165497"/>
                  <a:pt x="9029700" y="228600"/>
                </a:cubicBezTo>
                <a:lnTo>
                  <a:pt x="9029700" y="4914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6045350" y="557700"/>
            <a:ext cx="2541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281" name="Google Shape;281;p37"/>
          <p:cNvSpPr txBox="1"/>
          <p:nvPr>
            <p:ph idx="1" type="body"/>
          </p:nvPr>
        </p:nvSpPr>
        <p:spPr>
          <a:xfrm>
            <a:off x="6400800" y="1110000"/>
            <a:ext cx="21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7"/>
          <p:cNvSpPr txBox="1"/>
          <p:nvPr>
            <p:ph idx="3" type="body"/>
          </p:nvPr>
        </p:nvSpPr>
        <p:spPr>
          <a:xfrm>
            <a:off x="6400800" y="1557425"/>
            <a:ext cx="21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7"/>
          <p:cNvSpPr txBox="1"/>
          <p:nvPr>
            <p:ph idx="4" type="body"/>
          </p:nvPr>
        </p:nvSpPr>
        <p:spPr>
          <a:xfrm>
            <a:off x="6400800" y="2005475"/>
            <a:ext cx="21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7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5" name="Google Shape;285;p37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7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7" name="Google Shape;287;p37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Border + Right Text">
  <p:cSld name="Speaker w/ Photo 1/2 page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0" name="Google Shape;290;p38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close/>
                <a:moveTo>
                  <a:pt x="9029700" y="4914900"/>
                </a:moveTo>
                <a:cubicBezTo>
                  <a:pt x="9029700" y="4978003"/>
                  <a:pt x="8978503" y="5029200"/>
                  <a:pt x="8915400" y="5029200"/>
                </a:cubicBezTo>
                <a:lnTo>
                  <a:pt x="228600" y="5029200"/>
                </a:lnTo>
                <a:cubicBezTo>
                  <a:pt x="165497" y="5029200"/>
                  <a:pt x="114300" y="4978003"/>
                  <a:pt x="114300" y="4914900"/>
                </a:cubicBezTo>
                <a:lnTo>
                  <a:pt x="114300" y="228600"/>
                </a:lnTo>
                <a:cubicBezTo>
                  <a:pt x="114300" y="165497"/>
                  <a:pt x="165497" y="114300"/>
                  <a:pt x="228600" y="114300"/>
                </a:cubicBezTo>
                <a:lnTo>
                  <a:pt x="8915400" y="114300"/>
                </a:lnTo>
                <a:cubicBezTo>
                  <a:pt x="8978503" y="114300"/>
                  <a:pt x="9029700" y="165497"/>
                  <a:pt x="9029700" y="228600"/>
                </a:cubicBezTo>
                <a:lnTo>
                  <a:pt x="9029700" y="4914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8"/>
          <p:cNvSpPr txBox="1"/>
          <p:nvPr>
            <p:ph type="title"/>
          </p:nvPr>
        </p:nvSpPr>
        <p:spPr>
          <a:xfrm>
            <a:off x="6045425" y="557700"/>
            <a:ext cx="2541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92" name="Google Shape;292;p38"/>
          <p:cNvSpPr txBox="1"/>
          <p:nvPr>
            <p:ph idx="1" type="body"/>
          </p:nvPr>
        </p:nvSpPr>
        <p:spPr>
          <a:xfrm>
            <a:off x="6045350" y="1097280"/>
            <a:ext cx="254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1"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8"/>
          <p:cNvSpPr txBox="1"/>
          <p:nvPr>
            <p:ph idx="2" type="body"/>
          </p:nvPr>
        </p:nvSpPr>
        <p:spPr>
          <a:xfrm>
            <a:off x="6045425" y="1557425"/>
            <a:ext cx="25416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38"/>
          <p:cNvSpPr/>
          <p:nvPr>
            <p:ph idx="3" type="pic"/>
          </p:nvPr>
        </p:nvSpPr>
        <p:spPr>
          <a:xfrm>
            <a:off x="556550" y="557700"/>
            <a:ext cx="4599300" cy="40323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295" name="Google Shape;295;p38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6" name="Google Shape;296;p38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8" name="Google Shape;298;p38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Border + Right Text Icons">
  <p:cSld name="Speaker w/ Photo 1/2 page_1_1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1" name="Google Shape;301;p39"/>
          <p:cNvSpPr/>
          <p:nvPr/>
        </p:nvSpPr>
        <p:spPr>
          <a:xfrm>
            <a:off x="0" y="-1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0" y="0"/>
                </a:move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close/>
                <a:moveTo>
                  <a:pt x="9029700" y="4914900"/>
                </a:moveTo>
                <a:cubicBezTo>
                  <a:pt x="9029700" y="4978003"/>
                  <a:pt x="8978503" y="5029200"/>
                  <a:pt x="8915400" y="5029200"/>
                </a:cubicBezTo>
                <a:lnTo>
                  <a:pt x="228600" y="5029200"/>
                </a:lnTo>
                <a:cubicBezTo>
                  <a:pt x="165497" y="5029200"/>
                  <a:pt x="114300" y="4978003"/>
                  <a:pt x="114300" y="4914900"/>
                </a:cubicBezTo>
                <a:lnTo>
                  <a:pt x="114300" y="228600"/>
                </a:lnTo>
                <a:cubicBezTo>
                  <a:pt x="114300" y="165497"/>
                  <a:pt x="165497" y="114300"/>
                  <a:pt x="228600" y="114300"/>
                </a:cubicBezTo>
                <a:lnTo>
                  <a:pt x="8915400" y="114300"/>
                </a:lnTo>
                <a:cubicBezTo>
                  <a:pt x="8978503" y="114300"/>
                  <a:pt x="9029700" y="165497"/>
                  <a:pt x="9029700" y="228600"/>
                </a:cubicBezTo>
                <a:lnTo>
                  <a:pt x="9029700" y="49149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9"/>
          <p:cNvSpPr txBox="1"/>
          <p:nvPr>
            <p:ph type="title"/>
          </p:nvPr>
        </p:nvSpPr>
        <p:spPr>
          <a:xfrm>
            <a:off x="6045350" y="557700"/>
            <a:ext cx="2541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03" name="Google Shape;303;p39"/>
          <p:cNvSpPr txBox="1"/>
          <p:nvPr>
            <p:ph idx="1" type="body"/>
          </p:nvPr>
        </p:nvSpPr>
        <p:spPr>
          <a:xfrm>
            <a:off x="6400800" y="2096925"/>
            <a:ext cx="21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9"/>
          <p:cNvSpPr txBox="1"/>
          <p:nvPr>
            <p:ph idx="2" type="body"/>
          </p:nvPr>
        </p:nvSpPr>
        <p:spPr>
          <a:xfrm>
            <a:off x="6400800" y="2544348"/>
            <a:ext cx="21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9"/>
          <p:cNvSpPr/>
          <p:nvPr>
            <p:ph idx="3" type="pic"/>
          </p:nvPr>
        </p:nvSpPr>
        <p:spPr>
          <a:xfrm>
            <a:off x="556550" y="557700"/>
            <a:ext cx="4590300" cy="40326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306" name="Google Shape;306;p39"/>
          <p:cNvSpPr txBox="1"/>
          <p:nvPr>
            <p:ph idx="4" type="body"/>
          </p:nvPr>
        </p:nvSpPr>
        <p:spPr>
          <a:xfrm>
            <a:off x="6400800" y="2992400"/>
            <a:ext cx="21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9"/>
          <p:cNvSpPr txBox="1"/>
          <p:nvPr>
            <p:ph idx="5" type="body"/>
          </p:nvPr>
        </p:nvSpPr>
        <p:spPr>
          <a:xfrm>
            <a:off x="6045350" y="1097280"/>
            <a:ext cx="254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9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w/ Photo">
  <p:cSld name="Speaker w/ Photo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4" name="Google Shape;314;p40"/>
          <p:cNvSpPr/>
          <p:nvPr>
            <p:ph idx="2" type="pic"/>
          </p:nvPr>
        </p:nvSpPr>
        <p:spPr>
          <a:xfrm>
            <a:off x="4675300" y="548650"/>
            <a:ext cx="3903900" cy="40416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315" name="Google Shape;315;p40"/>
          <p:cNvSpPr txBox="1"/>
          <p:nvPr>
            <p:ph idx="1" type="body"/>
          </p:nvPr>
        </p:nvSpPr>
        <p:spPr>
          <a:xfrm>
            <a:off x="556650" y="777250"/>
            <a:ext cx="39147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556550" y="557775"/>
            <a:ext cx="39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17" name="Google Shape;317;p40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40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40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41"/>
          <p:cNvSpPr txBox="1"/>
          <p:nvPr>
            <p:ph type="title"/>
          </p:nvPr>
        </p:nvSpPr>
        <p:spPr>
          <a:xfrm>
            <a:off x="557775" y="557700"/>
            <a:ext cx="8028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24" name="Google Shape;324;p41"/>
          <p:cNvSpPr txBox="1"/>
          <p:nvPr>
            <p:ph idx="1" type="body"/>
          </p:nvPr>
        </p:nvSpPr>
        <p:spPr>
          <a:xfrm>
            <a:off x="557775" y="1097275"/>
            <a:ext cx="80295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1"/>
          <p:cNvSpPr txBox="1"/>
          <p:nvPr>
            <p:ph idx="2" type="body"/>
          </p:nvPr>
        </p:nvSpPr>
        <p:spPr>
          <a:xfrm>
            <a:off x="557775" y="3587400"/>
            <a:ext cx="8029500" cy="10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41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41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1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41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ext">
  <p:cSld name="Large Text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42"/>
          <p:cNvSpPr txBox="1"/>
          <p:nvPr>
            <p:ph type="title"/>
          </p:nvPr>
        </p:nvSpPr>
        <p:spPr>
          <a:xfrm>
            <a:off x="557775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33" name="Google Shape;333;p42"/>
          <p:cNvSpPr txBox="1"/>
          <p:nvPr>
            <p:ph idx="1" type="body"/>
          </p:nvPr>
        </p:nvSpPr>
        <p:spPr>
          <a:xfrm>
            <a:off x="557775" y="1097275"/>
            <a:ext cx="8029200" cy="3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2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5" name="Google Shape;335;p42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7" name="Google Shape;337;p42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ext">
  <p:cSld name="Medium 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0" name="Google Shape;340;p43"/>
          <p:cNvSpPr txBox="1"/>
          <p:nvPr>
            <p:ph idx="1" type="body"/>
          </p:nvPr>
        </p:nvSpPr>
        <p:spPr>
          <a:xfrm>
            <a:off x="557775" y="1097275"/>
            <a:ext cx="6657900" cy="3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3"/>
          <p:cNvSpPr txBox="1"/>
          <p:nvPr>
            <p:ph type="title"/>
          </p:nvPr>
        </p:nvSpPr>
        <p:spPr>
          <a:xfrm>
            <a:off x="557775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42" name="Google Shape;342;p43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3" name="Google Shape;343;p43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3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5" name="Google Shape;345;p43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dium Text w/Bullets">
  <p:cSld name="Medium Text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8" name="Google Shape;348;p44"/>
          <p:cNvSpPr txBox="1"/>
          <p:nvPr>
            <p:ph idx="1" type="body"/>
          </p:nvPr>
        </p:nvSpPr>
        <p:spPr>
          <a:xfrm>
            <a:off x="557775" y="1097280"/>
            <a:ext cx="6657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44"/>
          <p:cNvSpPr txBox="1"/>
          <p:nvPr>
            <p:ph type="title"/>
          </p:nvPr>
        </p:nvSpPr>
        <p:spPr>
          <a:xfrm>
            <a:off x="556550" y="557700"/>
            <a:ext cx="8030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0" name="Google Shape;350;p44"/>
          <p:cNvSpPr txBox="1"/>
          <p:nvPr>
            <p:ph idx="2" type="body"/>
          </p:nvPr>
        </p:nvSpPr>
        <p:spPr>
          <a:xfrm>
            <a:off x="556550" y="1511700"/>
            <a:ext cx="391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267"/>
              </a:buClr>
              <a:buSzPts val="900"/>
              <a:buFont typeface="Helvetica Neue"/>
              <a:buChar char="⦁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757267"/>
              </a:buClr>
              <a:buSzPts val="900"/>
              <a:buFont typeface="Helvetica Neue"/>
              <a:buChar char="⦁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1" name="Google Shape;351;p44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2" name="Google Shape;352;p44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4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p44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w/Images">
  <p:cSld name="Medium Text_1_1_2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45"/>
          <p:cNvSpPr txBox="1"/>
          <p:nvPr>
            <p:ph idx="1" type="body"/>
          </p:nvPr>
        </p:nvSpPr>
        <p:spPr>
          <a:xfrm>
            <a:off x="557775" y="850400"/>
            <a:ext cx="66579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5"/>
          <p:cNvSpPr txBox="1"/>
          <p:nvPr>
            <p:ph type="title"/>
          </p:nvPr>
        </p:nvSpPr>
        <p:spPr>
          <a:xfrm>
            <a:off x="557775" y="557700"/>
            <a:ext cx="802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59" name="Google Shape;359;p45"/>
          <p:cNvSpPr txBox="1"/>
          <p:nvPr>
            <p:ph idx="2" type="body"/>
          </p:nvPr>
        </p:nvSpPr>
        <p:spPr>
          <a:xfrm>
            <a:off x="557784" y="3575300"/>
            <a:ext cx="39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60" name="Google Shape;360;p45"/>
          <p:cNvSpPr txBox="1"/>
          <p:nvPr>
            <p:ph idx="3" type="body"/>
          </p:nvPr>
        </p:nvSpPr>
        <p:spPr>
          <a:xfrm>
            <a:off x="557784" y="3822199"/>
            <a:ext cx="39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61" name="Google Shape;361;p45"/>
          <p:cNvSpPr txBox="1"/>
          <p:nvPr>
            <p:ph idx="4" type="body"/>
          </p:nvPr>
        </p:nvSpPr>
        <p:spPr>
          <a:xfrm>
            <a:off x="4675300" y="3575300"/>
            <a:ext cx="39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62" name="Google Shape;362;p45"/>
          <p:cNvSpPr txBox="1"/>
          <p:nvPr>
            <p:ph idx="5" type="body"/>
          </p:nvPr>
        </p:nvSpPr>
        <p:spPr>
          <a:xfrm>
            <a:off x="4675307" y="3822199"/>
            <a:ext cx="390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63" name="Google Shape;363;p45"/>
          <p:cNvSpPr/>
          <p:nvPr>
            <p:ph idx="6" type="pic"/>
          </p:nvPr>
        </p:nvSpPr>
        <p:spPr>
          <a:xfrm>
            <a:off x="557775" y="1554425"/>
            <a:ext cx="1856700" cy="18561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364" name="Google Shape;364;p45"/>
          <p:cNvSpPr/>
          <p:nvPr>
            <p:ph idx="7" type="pic"/>
          </p:nvPr>
        </p:nvSpPr>
        <p:spPr>
          <a:xfrm>
            <a:off x="4673550" y="1554425"/>
            <a:ext cx="1856700" cy="18561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365" name="Google Shape;365;p45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45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5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8" name="Google Shape;368;p45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w/Images">
  <p:cSld name="Medium Text_1_1_1_2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6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46"/>
          <p:cNvSpPr txBox="1"/>
          <p:nvPr>
            <p:ph idx="1" type="body"/>
          </p:nvPr>
        </p:nvSpPr>
        <p:spPr>
          <a:xfrm>
            <a:off x="557775" y="850400"/>
            <a:ext cx="66579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6"/>
          <p:cNvSpPr txBox="1"/>
          <p:nvPr>
            <p:ph type="title"/>
          </p:nvPr>
        </p:nvSpPr>
        <p:spPr>
          <a:xfrm>
            <a:off x="557775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73" name="Google Shape;373;p46"/>
          <p:cNvSpPr txBox="1"/>
          <p:nvPr>
            <p:ph idx="2" type="body"/>
          </p:nvPr>
        </p:nvSpPr>
        <p:spPr>
          <a:xfrm>
            <a:off x="3306400" y="3575300"/>
            <a:ext cx="2537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74" name="Google Shape;374;p46"/>
          <p:cNvSpPr txBox="1"/>
          <p:nvPr>
            <p:ph idx="3" type="body"/>
          </p:nvPr>
        </p:nvSpPr>
        <p:spPr>
          <a:xfrm>
            <a:off x="3306403" y="3964825"/>
            <a:ext cx="25371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75" name="Google Shape;375;p46"/>
          <p:cNvSpPr txBox="1"/>
          <p:nvPr>
            <p:ph idx="4" type="body"/>
          </p:nvPr>
        </p:nvSpPr>
        <p:spPr>
          <a:xfrm>
            <a:off x="6045375" y="3575325"/>
            <a:ext cx="25416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76" name="Google Shape;376;p46"/>
          <p:cNvSpPr txBox="1"/>
          <p:nvPr>
            <p:ph idx="5" type="body"/>
          </p:nvPr>
        </p:nvSpPr>
        <p:spPr>
          <a:xfrm>
            <a:off x="6045376" y="3964873"/>
            <a:ext cx="25416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77" name="Google Shape;377;p46"/>
          <p:cNvSpPr txBox="1"/>
          <p:nvPr>
            <p:ph idx="6" type="body"/>
          </p:nvPr>
        </p:nvSpPr>
        <p:spPr>
          <a:xfrm>
            <a:off x="557775" y="3575300"/>
            <a:ext cx="25515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78" name="Google Shape;378;p46"/>
          <p:cNvSpPr txBox="1"/>
          <p:nvPr>
            <p:ph idx="7" type="body"/>
          </p:nvPr>
        </p:nvSpPr>
        <p:spPr>
          <a:xfrm>
            <a:off x="557775" y="3964825"/>
            <a:ext cx="2551500" cy="6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79" name="Google Shape;379;p46"/>
          <p:cNvSpPr/>
          <p:nvPr>
            <p:ph idx="8" type="pic"/>
          </p:nvPr>
        </p:nvSpPr>
        <p:spPr>
          <a:xfrm>
            <a:off x="557775" y="1554475"/>
            <a:ext cx="1856700" cy="18561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380" name="Google Shape;380;p46"/>
          <p:cNvSpPr/>
          <p:nvPr>
            <p:ph idx="9" type="pic"/>
          </p:nvPr>
        </p:nvSpPr>
        <p:spPr>
          <a:xfrm>
            <a:off x="6045425" y="1554475"/>
            <a:ext cx="1856700" cy="18561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381" name="Google Shape;381;p46"/>
          <p:cNvSpPr/>
          <p:nvPr>
            <p:ph idx="13" type="pic"/>
          </p:nvPr>
        </p:nvSpPr>
        <p:spPr>
          <a:xfrm>
            <a:off x="3301890" y="1554480"/>
            <a:ext cx="1856100" cy="18561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382" name="Google Shape;382;p46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3" name="Google Shape;383;p46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6"/>
          <p:cNvSpPr/>
          <p:nvPr/>
        </p:nvSpPr>
        <p:spPr>
          <a:xfrm>
            <a:off x="557802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5" name="Google Shape;385;p46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w/Icons ">
  <p:cSld name="Medium Text_1_1_1_2_1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8" name="Google Shape;388;p47"/>
          <p:cNvSpPr txBox="1"/>
          <p:nvPr>
            <p:ph idx="1" type="body"/>
          </p:nvPr>
        </p:nvSpPr>
        <p:spPr>
          <a:xfrm>
            <a:off x="557775" y="850400"/>
            <a:ext cx="66579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7"/>
          <p:cNvSpPr txBox="1"/>
          <p:nvPr>
            <p:ph type="title"/>
          </p:nvPr>
        </p:nvSpPr>
        <p:spPr>
          <a:xfrm>
            <a:off x="557775" y="557700"/>
            <a:ext cx="802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390" name="Google Shape;390;p47"/>
          <p:cNvSpPr txBox="1"/>
          <p:nvPr>
            <p:ph idx="2" type="body"/>
          </p:nvPr>
        </p:nvSpPr>
        <p:spPr>
          <a:xfrm>
            <a:off x="3301300" y="2743200"/>
            <a:ext cx="254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1" name="Google Shape;391;p47"/>
          <p:cNvSpPr txBox="1"/>
          <p:nvPr>
            <p:ph idx="3" type="body"/>
          </p:nvPr>
        </p:nvSpPr>
        <p:spPr>
          <a:xfrm>
            <a:off x="3301300" y="3136250"/>
            <a:ext cx="25422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2" name="Google Shape;392;p47"/>
          <p:cNvSpPr txBox="1"/>
          <p:nvPr>
            <p:ph idx="4" type="body"/>
          </p:nvPr>
        </p:nvSpPr>
        <p:spPr>
          <a:xfrm>
            <a:off x="6045350" y="2743200"/>
            <a:ext cx="254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3" name="Google Shape;393;p47"/>
          <p:cNvSpPr txBox="1"/>
          <p:nvPr>
            <p:ph idx="5" type="body"/>
          </p:nvPr>
        </p:nvSpPr>
        <p:spPr>
          <a:xfrm>
            <a:off x="6045350" y="3136325"/>
            <a:ext cx="25422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4" name="Google Shape;394;p47"/>
          <p:cNvSpPr txBox="1"/>
          <p:nvPr>
            <p:ph idx="6" type="body"/>
          </p:nvPr>
        </p:nvSpPr>
        <p:spPr>
          <a:xfrm>
            <a:off x="557800" y="2743200"/>
            <a:ext cx="254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5" name="Google Shape;395;p47"/>
          <p:cNvSpPr txBox="1"/>
          <p:nvPr>
            <p:ph idx="7" type="body"/>
          </p:nvPr>
        </p:nvSpPr>
        <p:spPr>
          <a:xfrm>
            <a:off x="557800" y="3136200"/>
            <a:ext cx="25422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6" name="Google Shape;396;p47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7"/>
          <p:cNvSpPr/>
          <p:nvPr/>
        </p:nvSpPr>
        <p:spPr>
          <a:xfrm>
            <a:off x="557802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9" name="Google Shape;399;p47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">
  <p:cSld name="Medium Text_1_1_1_2_1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8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2" name="Google Shape;402;p48"/>
          <p:cNvSpPr txBox="1"/>
          <p:nvPr>
            <p:ph type="title"/>
          </p:nvPr>
        </p:nvSpPr>
        <p:spPr>
          <a:xfrm>
            <a:off x="557800" y="553625"/>
            <a:ext cx="802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403" name="Google Shape;403;p48"/>
          <p:cNvSpPr txBox="1"/>
          <p:nvPr>
            <p:ph idx="1" type="body"/>
          </p:nvPr>
        </p:nvSpPr>
        <p:spPr>
          <a:xfrm>
            <a:off x="3301300" y="1280100"/>
            <a:ext cx="2542500" cy="3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4" name="Google Shape;404;p48"/>
          <p:cNvSpPr txBox="1"/>
          <p:nvPr>
            <p:ph idx="2" type="body"/>
          </p:nvPr>
        </p:nvSpPr>
        <p:spPr>
          <a:xfrm>
            <a:off x="6045350" y="1280400"/>
            <a:ext cx="2542500" cy="3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5" name="Google Shape;405;p48"/>
          <p:cNvSpPr txBox="1"/>
          <p:nvPr>
            <p:ph idx="3" type="body"/>
          </p:nvPr>
        </p:nvSpPr>
        <p:spPr>
          <a:xfrm>
            <a:off x="557775" y="1280100"/>
            <a:ext cx="2542500" cy="3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6" name="Google Shape;406;p48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7" name="Google Shape;407;p48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8"/>
          <p:cNvSpPr/>
          <p:nvPr/>
        </p:nvSpPr>
        <p:spPr>
          <a:xfrm>
            <a:off x="557802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9" name="Google Shape;409;p48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w/Numbers ">
  <p:cSld name="Medium Text_1_1_1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2" name="Google Shape;412;p49"/>
          <p:cNvSpPr txBox="1"/>
          <p:nvPr>
            <p:ph idx="1" type="body"/>
          </p:nvPr>
        </p:nvSpPr>
        <p:spPr>
          <a:xfrm>
            <a:off x="557784" y="850392"/>
            <a:ext cx="66516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49"/>
          <p:cNvSpPr txBox="1"/>
          <p:nvPr>
            <p:ph type="title"/>
          </p:nvPr>
        </p:nvSpPr>
        <p:spPr>
          <a:xfrm>
            <a:off x="557784" y="557700"/>
            <a:ext cx="8019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14" name="Google Shape;414;p49"/>
          <p:cNvSpPr txBox="1"/>
          <p:nvPr>
            <p:ph idx="2" type="body"/>
          </p:nvPr>
        </p:nvSpPr>
        <p:spPr>
          <a:xfrm>
            <a:off x="2616530" y="2743206"/>
            <a:ext cx="18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15" name="Google Shape;415;p49"/>
          <p:cNvSpPr txBox="1"/>
          <p:nvPr>
            <p:ph idx="3" type="body"/>
          </p:nvPr>
        </p:nvSpPr>
        <p:spPr>
          <a:xfrm>
            <a:off x="2616525" y="3119249"/>
            <a:ext cx="18558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16" name="Google Shape;416;p49"/>
          <p:cNvSpPr txBox="1"/>
          <p:nvPr>
            <p:ph idx="4" type="body"/>
          </p:nvPr>
        </p:nvSpPr>
        <p:spPr>
          <a:xfrm>
            <a:off x="2616530" y="2395725"/>
            <a:ext cx="1855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17" name="Google Shape;417;p49"/>
          <p:cNvSpPr txBox="1"/>
          <p:nvPr>
            <p:ph idx="5" type="body"/>
          </p:nvPr>
        </p:nvSpPr>
        <p:spPr>
          <a:xfrm>
            <a:off x="6731252" y="2743200"/>
            <a:ext cx="18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18" name="Google Shape;418;p49"/>
          <p:cNvSpPr txBox="1"/>
          <p:nvPr>
            <p:ph idx="6" type="body"/>
          </p:nvPr>
        </p:nvSpPr>
        <p:spPr>
          <a:xfrm>
            <a:off x="6731250" y="3119325"/>
            <a:ext cx="18558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19" name="Google Shape;419;p49"/>
          <p:cNvSpPr txBox="1"/>
          <p:nvPr>
            <p:ph idx="7" type="body"/>
          </p:nvPr>
        </p:nvSpPr>
        <p:spPr>
          <a:xfrm>
            <a:off x="6731256" y="2395725"/>
            <a:ext cx="1855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0" name="Google Shape;420;p49"/>
          <p:cNvSpPr txBox="1"/>
          <p:nvPr>
            <p:ph idx="8" type="body"/>
          </p:nvPr>
        </p:nvSpPr>
        <p:spPr>
          <a:xfrm>
            <a:off x="557956" y="2743206"/>
            <a:ext cx="18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1" name="Google Shape;421;p49"/>
          <p:cNvSpPr txBox="1"/>
          <p:nvPr>
            <p:ph idx="9" type="body"/>
          </p:nvPr>
        </p:nvSpPr>
        <p:spPr>
          <a:xfrm>
            <a:off x="557925" y="3119249"/>
            <a:ext cx="18558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2" name="Google Shape;422;p49"/>
          <p:cNvSpPr txBox="1"/>
          <p:nvPr>
            <p:ph idx="13" type="body"/>
          </p:nvPr>
        </p:nvSpPr>
        <p:spPr>
          <a:xfrm>
            <a:off x="557960" y="2395725"/>
            <a:ext cx="1855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3" name="Google Shape;423;p49"/>
          <p:cNvSpPr txBox="1"/>
          <p:nvPr>
            <p:ph idx="14" type="body"/>
          </p:nvPr>
        </p:nvSpPr>
        <p:spPr>
          <a:xfrm>
            <a:off x="4673552" y="2743206"/>
            <a:ext cx="18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4" name="Google Shape;424;p49"/>
          <p:cNvSpPr txBox="1"/>
          <p:nvPr>
            <p:ph idx="15" type="body"/>
          </p:nvPr>
        </p:nvSpPr>
        <p:spPr>
          <a:xfrm>
            <a:off x="4673550" y="3119249"/>
            <a:ext cx="1855800" cy="14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5" name="Google Shape;425;p49"/>
          <p:cNvSpPr txBox="1"/>
          <p:nvPr>
            <p:ph idx="16" type="body"/>
          </p:nvPr>
        </p:nvSpPr>
        <p:spPr>
          <a:xfrm>
            <a:off x="4673556" y="2395725"/>
            <a:ext cx="18558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⦁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6" name="Google Shape;426;p49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7" name="Google Shape;427;p49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9"/>
          <p:cNvSpPr/>
          <p:nvPr/>
        </p:nvSpPr>
        <p:spPr>
          <a:xfrm>
            <a:off x="557802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9" name="Google Shape;429;p49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w/Icons">
  <p:cSld name="Medium Text_1_1_1_1_1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0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2" name="Google Shape;432;p50"/>
          <p:cNvSpPr txBox="1"/>
          <p:nvPr>
            <p:ph idx="1" type="body"/>
          </p:nvPr>
        </p:nvSpPr>
        <p:spPr>
          <a:xfrm>
            <a:off x="557775" y="850400"/>
            <a:ext cx="66579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50"/>
          <p:cNvSpPr txBox="1"/>
          <p:nvPr>
            <p:ph type="title"/>
          </p:nvPr>
        </p:nvSpPr>
        <p:spPr>
          <a:xfrm>
            <a:off x="557775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34" name="Google Shape;434;p50"/>
          <p:cNvSpPr txBox="1"/>
          <p:nvPr>
            <p:ph idx="2" type="body"/>
          </p:nvPr>
        </p:nvSpPr>
        <p:spPr>
          <a:xfrm>
            <a:off x="2615680" y="2743200"/>
            <a:ext cx="18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5" name="Google Shape;435;p50"/>
          <p:cNvSpPr txBox="1"/>
          <p:nvPr>
            <p:ph idx="3" type="body"/>
          </p:nvPr>
        </p:nvSpPr>
        <p:spPr>
          <a:xfrm>
            <a:off x="2615675" y="3122373"/>
            <a:ext cx="18558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6" name="Google Shape;436;p50"/>
          <p:cNvSpPr txBox="1"/>
          <p:nvPr>
            <p:ph idx="4" type="body"/>
          </p:nvPr>
        </p:nvSpPr>
        <p:spPr>
          <a:xfrm>
            <a:off x="6731250" y="2743229"/>
            <a:ext cx="184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7" name="Google Shape;437;p50"/>
          <p:cNvSpPr txBox="1"/>
          <p:nvPr>
            <p:ph idx="5" type="body"/>
          </p:nvPr>
        </p:nvSpPr>
        <p:spPr>
          <a:xfrm>
            <a:off x="6731250" y="3122499"/>
            <a:ext cx="18558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8" name="Google Shape;438;p50"/>
          <p:cNvSpPr txBox="1"/>
          <p:nvPr>
            <p:ph idx="6" type="body"/>
          </p:nvPr>
        </p:nvSpPr>
        <p:spPr>
          <a:xfrm>
            <a:off x="558725" y="2743200"/>
            <a:ext cx="18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9" name="Google Shape;439;p50"/>
          <p:cNvSpPr txBox="1"/>
          <p:nvPr>
            <p:ph idx="7" type="body"/>
          </p:nvPr>
        </p:nvSpPr>
        <p:spPr>
          <a:xfrm>
            <a:off x="558725" y="3122400"/>
            <a:ext cx="18558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0" name="Google Shape;440;p50"/>
          <p:cNvSpPr txBox="1"/>
          <p:nvPr>
            <p:ph idx="8" type="body"/>
          </p:nvPr>
        </p:nvSpPr>
        <p:spPr>
          <a:xfrm>
            <a:off x="4675300" y="2743200"/>
            <a:ext cx="185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1" name="Google Shape;441;p50"/>
          <p:cNvSpPr txBox="1"/>
          <p:nvPr>
            <p:ph idx="9" type="body"/>
          </p:nvPr>
        </p:nvSpPr>
        <p:spPr>
          <a:xfrm>
            <a:off x="4675300" y="3122425"/>
            <a:ext cx="1855800" cy="1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2" name="Google Shape;442;p50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3" name="Google Shape;443;p50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50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 w/Images">
  <p:cSld name="Medium Text_1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1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8" name="Google Shape;448;p51"/>
          <p:cNvSpPr txBox="1"/>
          <p:nvPr>
            <p:ph idx="1" type="body"/>
          </p:nvPr>
        </p:nvSpPr>
        <p:spPr>
          <a:xfrm>
            <a:off x="557775" y="850400"/>
            <a:ext cx="66579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9845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51"/>
          <p:cNvSpPr txBox="1"/>
          <p:nvPr>
            <p:ph type="title"/>
          </p:nvPr>
        </p:nvSpPr>
        <p:spPr>
          <a:xfrm>
            <a:off x="557775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50" name="Google Shape;450;p51"/>
          <p:cNvSpPr txBox="1"/>
          <p:nvPr>
            <p:ph idx="2" type="body"/>
          </p:nvPr>
        </p:nvSpPr>
        <p:spPr>
          <a:xfrm>
            <a:off x="2615750" y="3575300"/>
            <a:ext cx="1855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1" name="Google Shape;451;p51"/>
          <p:cNvSpPr txBox="1"/>
          <p:nvPr>
            <p:ph idx="3" type="body"/>
          </p:nvPr>
        </p:nvSpPr>
        <p:spPr>
          <a:xfrm>
            <a:off x="2615750" y="3964825"/>
            <a:ext cx="1855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2" name="Google Shape;452;p51"/>
          <p:cNvSpPr txBox="1"/>
          <p:nvPr>
            <p:ph idx="4" type="body"/>
          </p:nvPr>
        </p:nvSpPr>
        <p:spPr>
          <a:xfrm>
            <a:off x="6731250" y="3575325"/>
            <a:ext cx="1855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3" name="Google Shape;453;p51"/>
          <p:cNvSpPr txBox="1"/>
          <p:nvPr>
            <p:ph idx="5" type="body"/>
          </p:nvPr>
        </p:nvSpPr>
        <p:spPr>
          <a:xfrm>
            <a:off x="6731250" y="3964850"/>
            <a:ext cx="1855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4" name="Google Shape;454;p51"/>
          <p:cNvSpPr txBox="1"/>
          <p:nvPr>
            <p:ph idx="6" type="body"/>
          </p:nvPr>
        </p:nvSpPr>
        <p:spPr>
          <a:xfrm>
            <a:off x="557775" y="3575300"/>
            <a:ext cx="1855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5" name="Google Shape;455;p51"/>
          <p:cNvSpPr txBox="1"/>
          <p:nvPr>
            <p:ph idx="7" type="body"/>
          </p:nvPr>
        </p:nvSpPr>
        <p:spPr>
          <a:xfrm>
            <a:off x="557775" y="3964825"/>
            <a:ext cx="1855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6" name="Google Shape;456;p51"/>
          <p:cNvSpPr txBox="1"/>
          <p:nvPr>
            <p:ph idx="8" type="body"/>
          </p:nvPr>
        </p:nvSpPr>
        <p:spPr>
          <a:xfrm>
            <a:off x="4671300" y="3575300"/>
            <a:ext cx="1855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b="1"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b="1"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7" name="Google Shape;457;p51"/>
          <p:cNvSpPr txBox="1"/>
          <p:nvPr>
            <p:ph idx="9" type="body"/>
          </p:nvPr>
        </p:nvSpPr>
        <p:spPr>
          <a:xfrm>
            <a:off x="4671300" y="3964825"/>
            <a:ext cx="1855800" cy="6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>
                <a:solidFill>
                  <a:schemeClr val="accent3"/>
                </a:solidFill>
              </a:defRPr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●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○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3"/>
              </a:buClr>
              <a:buSzPts val="900"/>
              <a:buFont typeface="Helvetica Neue"/>
              <a:buChar char="■"/>
              <a:defRPr sz="90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8" name="Google Shape;458;p51"/>
          <p:cNvSpPr/>
          <p:nvPr>
            <p:ph idx="13" type="pic"/>
          </p:nvPr>
        </p:nvSpPr>
        <p:spPr>
          <a:xfrm>
            <a:off x="557784" y="1554450"/>
            <a:ext cx="1856100" cy="18522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459" name="Google Shape;459;p51"/>
          <p:cNvSpPr/>
          <p:nvPr>
            <p:ph idx="14" type="pic"/>
          </p:nvPr>
        </p:nvSpPr>
        <p:spPr>
          <a:xfrm>
            <a:off x="4673321" y="1558349"/>
            <a:ext cx="1856100" cy="18522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460" name="Google Shape;460;p51"/>
          <p:cNvSpPr/>
          <p:nvPr>
            <p:ph idx="15" type="pic"/>
          </p:nvPr>
        </p:nvSpPr>
        <p:spPr>
          <a:xfrm>
            <a:off x="2615553" y="1554438"/>
            <a:ext cx="1856100" cy="18522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461" name="Google Shape;461;p51"/>
          <p:cNvSpPr/>
          <p:nvPr>
            <p:ph idx="16" type="pic"/>
          </p:nvPr>
        </p:nvSpPr>
        <p:spPr>
          <a:xfrm>
            <a:off x="6731090" y="1554438"/>
            <a:ext cx="1856100" cy="1852200"/>
          </a:xfrm>
          <a:prstGeom prst="roundRect">
            <a:avLst>
              <a:gd fmla="val 1936" name="adj"/>
            </a:avLst>
          </a:prstGeom>
          <a:noFill/>
          <a:ln>
            <a:noFill/>
          </a:ln>
        </p:spPr>
      </p:sp>
      <p:sp>
        <p:nvSpPr>
          <p:cNvPr id="462" name="Google Shape;462;p51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3" name="Google Shape;463;p51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1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5" name="Google Shape;465;p51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ext">
  <p:cSld name="Small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2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p52"/>
          <p:cNvSpPr txBox="1"/>
          <p:nvPr>
            <p:ph idx="1" type="body"/>
          </p:nvPr>
        </p:nvSpPr>
        <p:spPr>
          <a:xfrm>
            <a:off x="557775" y="1097275"/>
            <a:ext cx="3913500" cy="3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52"/>
          <p:cNvSpPr txBox="1"/>
          <p:nvPr>
            <p:ph type="title"/>
          </p:nvPr>
        </p:nvSpPr>
        <p:spPr>
          <a:xfrm>
            <a:off x="557775" y="557700"/>
            <a:ext cx="802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70" name="Google Shape;470;p52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p52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52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52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ext w/ Bullets">
  <p:cSld name="Small Text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3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53"/>
          <p:cNvSpPr txBox="1"/>
          <p:nvPr>
            <p:ph idx="1" type="body"/>
          </p:nvPr>
        </p:nvSpPr>
        <p:spPr>
          <a:xfrm>
            <a:off x="557775" y="1097279"/>
            <a:ext cx="391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53"/>
          <p:cNvSpPr txBox="1"/>
          <p:nvPr>
            <p:ph type="title"/>
          </p:nvPr>
        </p:nvSpPr>
        <p:spPr>
          <a:xfrm>
            <a:off x="557775" y="557700"/>
            <a:ext cx="5972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78" name="Google Shape;478;p53"/>
          <p:cNvSpPr txBox="1"/>
          <p:nvPr>
            <p:ph idx="2" type="body"/>
          </p:nvPr>
        </p:nvSpPr>
        <p:spPr>
          <a:xfrm>
            <a:off x="557775" y="1554469"/>
            <a:ext cx="3913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267"/>
              </a:buClr>
              <a:buSzPts val="900"/>
              <a:buFont typeface="Helvetica Neue"/>
              <a:buChar char="⦁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79" name="Google Shape;479;p53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0" name="Google Shape;480;p53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53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2" name="Google Shape;482;p53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s w/ Small Text w/ Bullets">
  <p:cSld name="Small Text_2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4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5" name="Google Shape;485;p54"/>
          <p:cNvSpPr txBox="1"/>
          <p:nvPr>
            <p:ph idx="1" type="body"/>
          </p:nvPr>
        </p:nvSpPr>
        <p:spPr>
          <a:xfrm>
            <a:off x="557775" y="1097280"/>
            <a:ext cx="254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 sz="1100"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 sz="11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54"/>
          <p:cNvSpPr txBox="1"/>
          <p:nvPr>
            <p:ph type="title"/>
          </p:nvPr>
        </p:nvSpPr>
        <p:spPr>
          <a:xfrm>
            <a:off x="557775" y="557700"/>
            <a:ext cx="5972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87" name="Google Shape;487;p54"/>
          <p:cNvSpPr txBox="1"/>
          <p:nvPr>
            <p:ph idx="2" type="body"/>
          </p:nvPr>
        </p:nvSpPr>
        <p:spPr>
          <a:xfrm>
            <a:off x="557775" y="1554475"/>
            <a:ext cx="2542500" cy="1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Helvetica Neue"/>
              <a:buChar char="⦁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88" name="Google Shape;488;p54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p54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4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1" name="Google Shape;491;p54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Small Text_2_1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EE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55"/>
          <p:cNvSpPr txBox="1"/>
          <p:nvPr>
            <p:ph type="title"/>
          </p:nvPr>
        </p:nvSpPr>
        <p:spPr>
          <a:xfrm>
            <a:off x="557775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95" name="Google Shape;495;p55"/>
          <p:cNvSpPr txBox="1"/>
          <p:nvPr>
            <p:ph idx="1" type="body"/>
          </p:nvPr>
        </p:nvSpPr>
        <p:spPr>
          <a:xfrm>
            <a:off x="557775" y="1097280"/>
            <a:ext cx="3913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267"/>
              </a:buClr>
              <a:buSzPts val="900"/>
              <a:buFont typeface="Helvetica Neue"/>
              <a:buChar char="⦁"/>
              <a:defRPr sz="900"/>
            </a:lvl1pPr>
            <a:lvl2pPr indent="-28575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2pPr>
            <a:lvl3pPr indent="-28575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Helvetica Neue"/>
              <a:buChar char="⦁"/>
              <a:defRPr sz="900"/>
            </a:lvl3pPr>
            <a:lvl4pPr indent="-28575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⦁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8575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●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8575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Helvetica Neue"/>
              <a:buChar char="○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8575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2"/>
              </a:buClr>
              <a:buSzPts val="900"/>
              <a:buFont typeface="Helvetica Neue"/>
              <a:buChar char="■"/>
              <a:defRPr sz="9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6" name="Google Shape;496;p55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7" name="Google Shape;497;p55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5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9" name="Google Shape;499;p55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ext (dark)">
  <p:cSld name="Small Text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6"/>
          <p:cNvSpPr/>
          <p:nvPr/>
        </p:nvSpPr>
        <p:spPr>
          <a:xfrm>
            <a:off x="114300" y="114299"/>
            <a:ext cx="8915400" cy="4914900"/>
          </a:xfrm>
          <a:custGeom>
            <a:rect b="b" l="l" r="r" t="t"/>
            <a:pathLst>
              <a:path extrusionOk="0" h="4914900" w="8915400">
                <a:moveTo>
                  <a:pt x="8801100" y="0"/>
                </a:moveTo>
                <a:cubicBezTo>
                  <a:pt x="8864226" y="0"/>
                  <a:pt x="8915400" y="51174"/>
                  <a:pt x="8915400" y="114300"/>
                </a:cubicBezTo>
                <a:lnTo>
                  <a:pt x="8915400" y="4800600"/>
                </a:lnTo>
                <a:cubicBezTo>
                  <a:pt x="8915400" y="4863727"/>
                  <a:pt x="8864226" y="4914900"/>
                  <a:pt x="8801100" y="4914900"/>
                </a:cubicBezTo>
                <a:lnTo>
                  <a:pt x="114300" y="4914900"/>
                </a:lnTo>
                <a:cubicBezTo>
                  <a:pt x="51174" y="4914900"/>
                  <a:pt x="0" y="4863727"/>
                  <a:pt x="0" y="48006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6060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56"/>
          <p:cNvSpPr txBox="1"/>
          <p:nvPr>
            <p:ph idx="1" type="body"/>
          </p:nvPr>
        </p:nvSpPr>
        <p:spPr>
          <a:xfrm>
            <a:off x="557775" y="1097280"/>
            <a:ext cx="3913500" cy="3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3" name="Google Shape;503;p56"/>
          <p:cNvSpPr txBox="1"/>
          <p:nvPr>
            <p:ph type="title"/>
          </p:nvPr>
        </p:nvSpPr>
        <p:spPr>
          <a:xfrm>
            <a:off x="557800" y="557700"/>
            <a:ext cx="80292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i="0" sz="1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4" name="Google Shape;504;p56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5" name="Google Shape;505;p56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6"/>
          <p:cNvSpPr/>
          <p:nvPr/>
        </p:nvSpPr>
        <p:spPr>
          <a:xfrm>
            <a:off x="557802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p56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7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45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67575" y="553625"/>
            <a:ext cx="8276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"/>
              <a:buNone/>
              <a:defRPr b="0" i="0" sz="3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67575" y="1369900"/>
            <a:ext cx="8019600" cy="3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1244050" y="4839975"/>
            <a:ext cx="6858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Strictly confidential</a:t>
            </a:r>
            <a:endParaRPr b="0" i="0" sz="500" u="none" cap="none" strike="noStrike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2616675" y="4841925"/>
            <a:ext cx="11691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for unauthorized distribution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557784" y="4833679"/>
            <a:ext cx="275531" cy="74747"/>
          </a:xfrm>
          <a:custGeom>
            <a:rect b="b" l="l" r="r" t="t"/>
            <a:pathLst>
              <a:path extrusionOk="0" h="409575" w="1509760">
                <a:moveTo>
                  <a:pt x="247412" y="87249"/>
                </a:moveTo>
                <a:cubicBezTo>
                  <a:pt x="201597" y="87249"/>
                  <a:pt x="171641" y="109156"/>
                  <a:pt x="157972" y="148780"/>
                </a:cubicBezTo>
                <a:lnTo>
                  <a:pt x="200120" y="164402"/>
                </a:lnTo>
                <a:cubicBezTo>
                  <a:pt x="207788" y="140494"/>
                  <a:pt x="223838" y="126920"/>
                  <a:pt x="248269" y="126920"/>
                </a:cubicBezTo>
                <a:cubicBezTo>
                  <a:pt x="275797" y="126920"/>
                  <a:pt x="291941" y="139255"/>
                  <a:pt x="291941" y="158258"/>
                </a:cubicBezTo>
                <a:cubicBezTo>
                  <a:pt x="291941" y="177260"/>
                  <a:pt x="279083" y="181689"/>
                  <a:pt x="250031" y="186499"/>
                </a:cubicBezTo>
                <a:cubicBezTo>
                  <a:pt x="217694" y="191786"/>
                  <a:pt x="140827" y="193548"/>
                  <a:pt x="140827" y="259699"/>
                </a:cubicBezTo>
                <a:cubicBezTo>
                  <a:pt x="140827" y="298418"/>
                  <a:pt x="172593" y="327565"/>
                  <a:pt x="220313" y="327565"/>
                </a:cubicBezTo>
                <a:cubicBezTo>
                  <a:pt x="256175" y="327565"/>
                  <a:pt x="280606" y="312611"/>
                  <a:pt x="291941" y="284797"/>
                </a:cubicBezTo>
                <a:lnTo>
                  <a:pt x="292370" y="284797"/>
                </a:lnTo>
                <a:lnTo>
                  <a:pt x="292370" y="321850"/>
                </a:lnTo>
                <a:lnTo>
                  <a:pt x="341709" y="321850"/>
                </a:lnTo>
                <a:lnTo>
                  <a:pt x="341709" y="181642"/>
                </a:lnTo>
                <a:cubicBezTo>
                  <a:pt x="341709" y="120301"/>
                  <a:pt x="311420" y="87297"/>
                  <a:pt x="247364" y="87297"/>
                </a:cubicBezTo>
                <a:close/>
                <a:moveTo>
                  <a:pt x="293275" y="214503"/>
                </a:moveTo>
                <a:cubicBezTo>
                  <a:pt x="293275" y="262319"/>
                  <a:pt x="270081" y="292989"/>
                  <a:pt x="233029" y="292989"/>
                </a:cubicBezTo>
                <a:cubicBezTo>
                  <a:pt x="206835" y="292989"/>
                  <a:pt x="191119" y="277987"/>
                  <a:pt x="191119" y="256365"/>
                </a:cubicBezTo>
                <a:cubicBezTo>
                  <a:pt x="191119" y="236077"/>
                  <a:pt x="207264" y="222028"/>
                  <a:pt x="238268" y="216217"/>
                </a:cubicBezTo>
                <a:cubicBezTo>
                  <a:pt x="269986" y="210264"/>
                  <a:pt x="285941" y="202930"/>
                  <a:pt x="293275" y="185356"/>
                </a:cubicBezTo>
                <a:lnTo>
                  <a:pt x="293275" y="214503"/>
                </a:lnTo>
                <a:close/>
                <a:moveTo>
                  <a:pt x="716709" y="169688"/>
                </a:moveTo>
                <a:lnTo>
                  <a:pt x="716709" y="321802"/>
                </a:lnTo>
                <a:lnTo>
                  <a:pt x="667369" y="321802"/>
                </a:lnTo>
                <a:lnTo>
                  <a:pt x="667369" y="188214"/>
                </a:lnTo>
                <a:cubicBezTo>
                  <a:pt x="667369" y="149876"/>
                  <a:pt x="655558" y="129587"/>
                  <a:pt x="625459" y="129587"/>
                </a:cubicBezTo>
                <a:cubicBezTo>
                  <a:pt x="595360" y="129587"/>
                  <a:pt x="579168" y="155257"/>
                  <a:pt x="579168" y="204549"/>
                </a:cubicBezTo>
                <a:lnTo>
                  <a:pt x="579168" y="321802"/>
                </a:lnTo>
                <a:lnTo>
                  <a:pt x="530257" y="321802"/>
                </a:lnTo>
                <a:lnTo>
                  <a:pt x="530257" y="188261"/>
                </a:lnTo>
                <a:cubicBezTo>
                  <a:pt x="530257" y="151400"/>
                  <a:pt x="518589" y="129635"/>
                  <a:pt x="488775" y="129635"/>
                </a:cubicBezTo>
                <a:cubicBezTo>
                  <a:pt x="454723" y="129635"/>
                  <a:pt x="441627" y="160068"/>
                  <a:pt x="441627" y="204597"/>
                </a:cubicBezTo>
                <a:lnTo>
                  <a:pt x="441627" y="321850"/>
                </a:lnTo>
                <a:lnTo>
                  <a:pt x="391859" y="321850"/>
                </a:lnTo>
                <a:lnTo>
                  <a:pt x="391859" y="93916"/>
                </a:lnTo>
                <a:lnTo>
                  <a:pt x="441627" y="93916"/>
                </a:lnTo>
                <a:lnTo>
                  <a:pt x="441627" y="145542"/>
                </a:lnTo>
                <a:lnTo>
                  <a:pt x="442055" y="145542"/>
                </a:lnTo>
                <a:cubicBezTo>
                  <a:pt x="449818" y="109823"/>
                  <a:pt x="470964" y="87773"/>
                  <a:pt x="506682" y="87773"/>
                </a:cubicBezTo>
                <a:cubicBezTo>
                  <a:pt x="542401" y="87773"/>
                  <a:pt x="565166" y="107204"/>
                  <a:pt x="573929" y="141589"/>
                </a:cubicBezTo>
                <a:cubicBezTo>
                  <a:pt x="582263" y="108490"/>
                  <a:pt x="604456" y="87773"/>
                  <a:pt x="638556" y="87773"/>
                </a:cubicBezTo>
                <a:cubicBezTo>
                  <a:pt x="686133" y="87773"/>
                  <a:pt x="716756" y="118205"/>
                  <a:pt x="716756" y="169783"/>
                </a:cubicBezTo>
                <a:close/>
                <a:moveTo>
                  <a:pt x="892255" y="87678"/>
                </a:moveTo>
                <a:cubicBezTo>
                  <a:pt x="854488" y="87678"/>
                  <a:pt x="829580" y="108823"/>
                  <a:pt x="818912" y="140636"/>
                </a:cubicBezTo>
                <a:lnTo>
                  <a:pt x="818912" y="93869"/>
                </a:lnTo>
                <a:lnTo>
                  <a:pt x="766477" y="93869"/>
                </a:lnTo>
                <a:lnTo>
                  <a:pt x="766477" y="409575"/>
                </a:lnTo>
                <a:lnTo>
                  <a:pt x="818436" y="409575"/>
                </a:lnTo>
                <a:lnTo>
                  <a:pt x="818436" y="275082"/>
                </a:lnTo>
                <a:lnTo>
                  <a:pt x="818864" y="275082"/>
                </a:lnTo>
                <a:cubicBezTo>
                  <a:pt x="830437" y="309515"/>
                  <a:pt x="854488" y="328470"/>
                  <a:pt x="892207" y="328470"/>
                </a:cubicBezTo>
                <a:cubicBezTo>
                  <a:pt x="952024" y="328470"/>
                  <a:pt x="994839" y="278225"/>
                  <a:pt x="994839" y="207216"/>
                </a:cubicBezTo>
                <a:cubicBezTo>
                  <a:pt x="994839" y="136731"/>
                  <a:pt x="952024" y="87773"/>
                  <a:pt x="892207" y="87773"/>
                </a:cubicBezTo>
                <a:close/>
                <a:moveTo>
                  <a:pt x="879348" y="286083"/>
                </a:moveTo>
                <a:cubicBezTo>
                  <a:pt x="837914" y="286083"/>
                  <a:pt x="814911" y="255413"/>
                  <a:pt x="814911" y="207836"/>
                </a:cubicBezTo>
                <a:cubicBezTo>
                  <a:pt x="814911" y="160258"/>
                  <a:pt x="840629" y="129587"/>
                  <a:pt x="879348" y="129587"/>
                </a:cubicBezTo>
                <a:cubicBezTo>
                  <a:pt x="918067" y="129587"/>
                  <a:pt x="943785" y="161734"/>
                  <a:pt x="943785" y="207836"/>
                </a:cubicBezTo>
                <a:cubicBezTo>
                  <a:pt x="943785" y="253937"/>
                  <a:pt x="918067" y="286083"/>
                  <a:pt x="879348" y="286083"/>
                </a:cubicBezTo>
                <a:close/>
                <a:moveTo>
                  <a:pt x="147828" y="95440"/>
                </a:moveTo>
                <a:lnTo>
                  <a:pt x="124968" y="142399"/>
                </a:lnTo>
                <a:cubicBezTo>
                  <a:pt x="124968" y="142399"/>
                  <a:pt x="117681" y="138398"/>
                  <a:pt x="104251" y="138398"/>
                </a:cubicBezTo>
                <a:cubicBezTo>
                  <a:pt x="68342" y="138398"/>
                  <a:pt x="50673" y="170688"/>
                  <a:pt x="50673" y="213789"/>
                </a:cubicBezTo>
                <a:lnTo>
                  <a:pt x="50673" y="321802"/>
                </a:lnTo>
                <a:lnTo>
                  <a:pt x="0" y="321802"/>
                </a:lnTo>
                <a:lnTo>
                  <a:pt x="0" y="93821"/>
                </a:lnTo>
                <a:lnTo>
                  <a:pt x="49768" y="93821"/>
                </a:lnTo>
                <a:lnTo>
                  <a:pt x="49768" y="152971"/>
                </a:lnTo>
                <a:lnTo>
                  <a:pt x="50625" y="152971"/>
                </a:lnTo>
                <a:cubicBezTo>
                  <a:pt x="61246" y="116586"/>
                  <a:pt x="82439" y="87249"/>
                  <a:pt x="115110" y="87249"/>
                </a:cubicBezTo>
                <a:cubicBezTo>
                  <a:pt x="138113" y="87249"/>
                  <a:pt x="147781" y="95440"/>
                  <a:pt x="147781" y="95440"/>
                </a:cubicBezTo>
                <a:close/>
                <a:moveTo>
                  <a:pt x="1509713" y="320754"/>
                </a:moveTo>
                <a:lnTo>
                  <a:pt x="1509713" y="322183"/>
                </a:lnTo>
                <a:lnTo>
                  <a:pt x="1306878" y="322183"/>
                </a:lnTo>
                <a:cubicBezTo>
                  <a:pt x="1306878" y="322183"/>
                  <a:pt x="1306878" y="320754"/>
                  <a:pt x="1306878" y="320754"/>
                </a:cubicBezTo>
                <a:cubicBezTo>
                  <a:pt x="1336120" y="303895"/>
                  <a:pt x="1356313" y="286750"/>
                  <a:pt x="1374505" y="268843"/>
                </a:cubicBezTo>
                <a:lnTo>
                  <a:pt x="1457801" y="268843"/>
                </a:lnTo>
                <a:lnTo>
                  <a:pt x="1509760" y="320754"/>
                </a:lnTo>
                <a:close/>
                <a:moveTo>
                  <a:pt x="1374029" y="236791"/>
                </a:moveTo>
                <a:cubicBezTo>
                  <a:pt x="1287542" y="323279"/>
                  <a:pt x="1189673" y="322278"/>
                  <a:pt x="1189673" y="322278"/>
                </a:cubicBezTo>
                <a:lnTo>
                  <a:pt x="1137285" y="269986"/>
                </a:lnTo>
                <a:lnTo>
                  <a:pt x="1137285" y="268510"/>
                </a:lnTo>
                <a:cubicBezTo>
                  <a:pt x="1137285" y="268510"/>
                  <a:pt x="1236631" y="268319"/>
                  <a:pt x="1321118" y="183023"/>
                </a:cubicBezTo>
                <a:cubicBezTo>
                  <a:pt x="1407462" y="95869"/>
                  <a:pt x="1406557" y="0"/>
                  <a:pt x="1406557" y="0"/>
                </a:cubicBezTo>
                <a:lnTo>
                  <a:pt x="1408033" y="0"/>
                </a:lnTo>
                <a:lnTo>
                  <a:pt x="1459468" y="51435"/>
                </a:lnTo>
                <a:cubicBezTo>
                  <a:pt x="1459468" y="51435"/>
                  <a:pt x="1460182" y="150638"/>
                  <a:pt x="1374029" y="2368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500" u="none" cap="none" strike="noStrike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51">
          <p15:clr>
            <a:srgbClr val="EA4335"/>
          </p15:clr>
        </p15:guide>
        <p15:guide id="2" pos="784">
          <p15:clr>
            <a:srgbClr val="EA4335"/>
          </p15:clr>
        </p15:guide>
        <p15:guide id="3" pos="1089">
          <p15:clr>
            <a:srgbClr val="EA4335"/>
          </p15:clr>
        </p15:guide>
        <p15:guide id="4" pos="1216">
          <p15:clr>
            <a:srgbClr val="EA4335"/>
          </p15:clr>
        </p15:guide>
        <p15:guide id="5" pos="1521">
          <p15:clr>
            <a:srgbClr val="EA4335"/>
          </p15:clr>
        </p15:guide>
        <p15:guide id="6" pos="1647">
          <p15:clr>
            <a:srgbClr val="EA4335"/>
          </p15:clr>
        </p15:guide>
        <p15:guide id="7" pos="1953">
          <p15:clr>
            <a:srgbClr val="EA4335"/>
          </p15:clr>
        </p15:guide>
        <p15:guide id="8" pos="2080">
          <p15:clr>
            <a:srgbClr val="EA4335"/>
          </p15:clr>
        </p15:guide>
        <p15:guide id="9" pos="2385">
          <p15:clr>
            <a:srgbClr val="EA4335"/>
          </p15:clr>
        </p15:guide>
        <p15:guide id="10" pos="2512">
          <p15:clr>
            <a:srgbClr val="EA4335"/>
          </p15:clr>
        </p15:guide>
        <p15:guide id="11" pos="2817">
          <p15:clr>
            <a:srgbClr val="EA4335"/>
          </p15:clr>
        </p15:guide>
        <p15:guide id="12" pos="2944">
          <p15:clr>
            <a:srgbClr val="EA4335"/>
          </p15:clr>
        </p15:guide>
        <p15:guide id="13" pos="3249">
          <p15:clr>
            <a:srgbClr val="EA4335"/>
          </p15:clr>
        </p15:guide>
        <p15:guide id="14" pos="3376">
          <p15:clr>
            <a:srgbClr val="EA4335"/>
          </p15:clr>
        </p15:guide>
        <p15:guide id="15" pos="3681">
          <p15:clr>
            <a:srgbClr val="EA4335"/>
          </p15:clr>
        </p15:guide>
        <p15:guide id="16" pos="3808">
          <p15:clr>
            <a:srgbClr val="EA4335"/>
          </p15:clr>
        </p15:guide>
        <p15:guide id="17" pos="4113">
          <p15:clr>
            <a:srgbClr val="EA4335"/>
          </p15:clr>
        </p15:guide>
        <p15:guide id="18" pos="4240">
          <p15:clr>
            <a:srgbClr val="EA4335"/>
          </p15:clr>
        </p15:guide>
        <p15:guide id="19" pos="4545">
          <p15:clr>
            <a:srgbClr val="EA4335"/>
          </p15:clr>
        </p15:guide>
        <p15:guide id="20" pos="4672">
          <p15:clr>
            <a:srgbClr val="EA4335"/>
          </p15:clr>
        </p15:guide>
        <p15:guide id="21" pos="4977">
          <p15:clr>
            <a:srgbClr val="EA4335"/>
          </p15:clr>
        </p15:guide>
        <p15:guide id="22" pos="5104">
          <p15:clr>
            <a:srgbClr val="EA4335"/>
          </p15:clr>
        </p15:guide>
        <p15:guide id="23" pos="5409">
          <p15:clr>
            <a:srgbClr val="EA4335"/>
          </p15:clr>
        </p15:guide>
        <p15:guide id="24" orient="horz" pos="2891">
          <p15:clr>
            <a:srgbClr val="EA4335"/>
          </p15:clr>
        </p15:guide>
        <p15:guide id="25" pos="2880">
          <p15:clr>
            <a:srgbClr val="F26B43"/>
          </p15:clr>
        </p15:guide>
        <p15:guide id="26" orient="horz" pos="1620">
          <p15:clr>
            <a:srgbClr val="F26B43"/>
          </p15:clr>
        </p15:guide>
        <p15:guide id="27" pos="657">
          <p15:clr>
            <a:srgbClr val="EA4335"/>
          </p15:clr>
        </p15:guide>
        <p15:guide id="28" orient="horz" pos="349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8"/>
          <p:cNvSpPr txBox="1"/>
          <p:nvPr>
            <p:ph type="title"/>
          </p:nvPr>
        </p:nvSpPr>
        <p:spPr>
          <a:xfrm>
            <a:off x="556550" y="557700"/>
            <a:ext cx="8206500" cy="2239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6000"/>
              <a:buNone/>
            </a:pPr>
            <a:r>
              <a:rPr lang="en">
                <a:solidFill>
                  <a:srgbClr val="1F1F1F"/>
                </a:solidFill>
              </a:rPr>
              <a:t>Procurement Design &amp; Activation</a:t>
            </a:r>
            <a:endParaRPr>
              <a:solidFill>
                <a:srgbClr val="1F1F1F"/>
              </a:solidFill>
            </a:endParaRPr>
          </a:p>
        </p:txBody>
      </p:sp>
      <p:sp>
        <p:nvSpPr>
          <p:cNvPr id="515" name="Google Shape;515;p58"/>
          <p:cNvSpPr txBox="1"/>
          <p:nvPr>
            <p:ph idx="2" type="title"/>
          </p:nvPr>
        </p:nvSpPr>
        <p:spPr>
          <a:xfrm>
            <a:off x="556550" y="2971800"/>
            <a:ext cx="4297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4F3EF"/>
              </a:buClr>
              <a:buSzPts val="1400"/>
              <a:buFont typeface="Helvetica Neue"/>
              <a:buNone/>
            </a:pPr>
            <a:r>
              <a:rPr lang="en"/>
              <a:t>NorthStar Aviation </a:t>
            </a:r>
            <a:r>
              <a:rPr lang="en"/>
              <a:t> </a:t>
            </a:r>
            <a:r>
              <a:rPr lang="en"/>
              <a:t>|  August 31, 2026  | Harrison Pizzi</a:t>
            </a:r>
            <a:endParaRPr/>
          </a:p>
        </p:txBody>
      </p:sp>
      <p:sp>
        <p:nvSpPr>
          <p:cNvPr id="516" name="Google Shape;516;p58"/>
          <p:cNvSpPr txBox="1"/>
          <p:nvPr>
            <p:ph idx="12" type="sldNum"/>
          </p:nvPr>
        </p:nvSpPr>
        <p:spPr>
          <a:xfrm>
            <a:off x="8239126" y="4839975"/>
            <a:ext cx="3288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9"/>
          <p:cNvSpPr/>
          <p:nvPr/>
        </p:nvSpPr>
        <p:spPr>
          <a:xfrm>
            <a:off x="4688250" y="1020900"/>
            <a:ext cx="3913800" cy="1554600"/>
          </a:xfrm>
          <a:prstGeom prst="rect">
            <a:avLst/>
          </a:prstGeom>
          <a:solidFill>
            <a:srgbClr val="F4F3EF"/>
          </a:solidFill>
          <a:ln>
            <a:noFill/>
          </a:ln>
          <a:effectLst>
            <a:outerShdw blurRad="762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9"/>
          <p:cNvSpPr/>
          <p:nvPr/>
        </p:nvSpPr>
        <p:spPr>
          <a:xfrm>
            <a:off x="524700" y="1020900"/>
            <a:ext cx="3930900" cy="1554600"/>
          </a:xfrm>
          <a:prstGeom prst="rect">
            <a:avLst/>
          </a:prstGeom>
          <a:solidFill>
            <a:srgbClr val="F4F3EF"/>
          </a:solidFill>
          <a:ln>
            <a:noFill/>
          </a:ln>
          <a:effectLst>
            <a:outerShdw blurRad="762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9"/>
          <p:cNvSpPr txBox="1"/>
          <p:nvPr>
            <p:ph type="title"/>
          </p:nvPr>
        </p:nvSpPr>
        <p:spPr>
          <a:xfrm>
            <a:off x="556550" y="557700"/>
            <a:ext cx="80307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What we’re solving</a:t>
            </a:r>
            <a:endParaRPr/>
          </a:p>
        </p:txBody>
      </p:sp>
      <p:sp>
        <p:nvSpPr>
          <p:cNvPr id="524" name="Google Shape;524;p59"/>
          <p:cNvSpPr txBox="1"/>
          <p:nvPr>
            <p:ph idx="2" type="body"/>
          </p:nvPr>
        </p:nvSpPr>
        <p:spPr>
          <a:xfrm>
            <a:off x="657713" y="1661100"/>
            <a:ext cx="391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r>
              <a:rPr lang="en" sz="1400"/>
              <a:t>Approval speed</a:t>
            </a:r>
            <a:endParaRPr sz="1400"/>
          </a:p>
        </p:txBody>
      </p:sp>
      <p:sp>
        <p:nvSpPr>
          <p:cNvPr id="525" name="Google Shape;525;p59"/>
          <p:cNvSpPr txBox="1"/>
          <p:nvPr>
            <p:ph idx="3" type="body"/>
          </p:nvPr>
        </p:nvSpPr>
        <p:spPr>
          <a:xfrm>
            <a:off x="657725" y="2010250"/>
            <a:ext cx="37764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200"/>
              <a:t>Approvals bottleneck. 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</a:pPr>
            <a:r>
              <a:rPr lang="en" sz="1200"/>
              <a:t>Parts miss need-by dates.</a:t>
            </a:r>
            <a:endParaRPr sz="1200"/>
          </a:p>
        </p:txBody>
      </p:sp>
      <p:sp>
        <p:nvSpPr>
          <p:cNvPr id="526" name="Google Shape;526;p59"/>
          <p:cNvSpPr txBox="1"/>
          <p:nvPr>
            <p:ph idx="4" type="body"/>
          </p:nvPr>
        </p:nvSpPr>
        <p:spPr>
          <a:xfrm>
            <a:off x="4818212" y="1661046"/>
            <a:ext cx="377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r>
              <a:rPr lang="en" sz="1400"/>
              <a:t>Audit readiness</a:t>
            </a:r>
            <a:endParaRPr sz="1400"/>
          </a:p>
        </p:txBody>
      </p:sp>
      <p:sp>
        <p:nvSpPr>
          <p:cNvPr id="527" name="Google Shape;527;p59"/>
          <p:cNvSpPr txBox="1"/>
          <p:nvPr>
            <p:ph idx="5" type="body"/>
          </p:nvPr>
        </p:nvSpPr>
        <p:spPr>
          <a:xfrm>
            <a:off x="4818175" y="2010200"/>
            <a:ext cx="34935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" sz="1200"/>
              <a:t>No clean trail from request to payment. Everything lives in email, Slack, and spreadsheets.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</a:pPr>
            <a:r>
              <a:t/>
            </a:r>
            <a:endParaRPr sz="1200"/>
          </a:p>
        </p:txBody>
      </p:sp>
      <p:sp>
        <p:nvSpPr>
          <p:cNvPr id="528" name="Google Shape;528;p59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59"/>
          <p:cNvSpPr/>
          <p:nvPr/>
        </p:nvSpPr>
        <p:spPr>
          <a:xfrm>
            <a:off x="4818180" y="1208525"/>
            <a:ext cx="294233" cy="304875"/>
          </a:xfrm>
          <a:custGeom>
            <a:rect b="b" l="l" r="r" t="t"/>
            <a:pathLst>
              <a:path extrusionOk="0" h="304875" w="304905">
                <a:moveTo>
                  <a:pt x="304858" y="47700"/>
                </a:moveTo>
                <a:cubicBezTo>
                  <a:pt x="304953" y="46224"/>
                  <a:pt x="304382" y="44795"/>
                  <a:pt x="303286" y="43795"/>
                </a:cubicBezTo>
                <a:cubicBezTo>
                  <a:pt x="302191" y="42795"/>
                  <a:pt x="300667" y="42414"/>
                  <a:pt x="299238" y="42700"/>
                </a:cubicBezTo>
                <a:lnTo>
                  <a:pt x="299238" y="42700"/>
                </a:lnTo>
                <a:cubicBezTo>
                  <a:pt x="299238" y="42700"/>
                  <a:pt x="299238" y="42700"/>
                  <a:pt x="299143" y="42700"/>
                </a:cubicBezTo>
                <a:cubicBezTo>
                  <a:pt x="299048" y="42700"/>
                  <a:pt x="298952" y="42700"/>
                  <a:pt x="298809" y="42747"/>
                </a:cubicBezTo>
                <a:cubicBezTo>
                  <a:pt x="298476" y="42795"/>
                  <a:pt x="298000" y="42890"/>
                  <a:pt x="297381" y="42985"/>
                </a:cubicBezTo>
                <a:cubicBezTo>
                  <a:pt x="296143" y="43176"/>
                  <a:pt x="294285" y="43462"/>
                  <a:pt x="291951" y="43747"/>
                </a:cubicBezTo>
                <a:cubicBezTo>
                  <a:pt x="287284" y="44319"/>
                  <a:pt x="280617" y="44938"/>
                  <a:pt x="272806" y="45081"/>
                </a:cubicBezTo>
                <a:cubicBezTo>
                  <a:pt x="257090" y="45414"/>
                  <a:pt x="236849" y="44033"/>
                  <a:pt x="218228" y="37223"/>
                </a:cubicBezTo>
                <a:cubicBezTo>
                  <a:pt x="199273" y="30269"/>
                  <a:pt x="183557" y="21268"/>
                  <a:pt x="172603" y="13934"/>
                </a:cubicBezTo>
                <a:cubicBezTo>
                  <a:pt x="167126" y="10267"/>
                  <a:pt x="162840" y="7076"/>
                  <a:pt x="159935" y="4790"/>
                </a:cubicBezTo>
                <a:cubicBezTo>
                  <a:pt x="158506" y="3647"/>
                  <a:pt x="157363" y="2742"/>
                  <a:pt x="156649" y="2123"/>
                </a:cubicBezTo>
                <a:cubicBezTo>
                  <a:pt x="156268" y="1837"/>
                  <a:pt x="156030" y="1599"/>
                  <a:pt x="155839" y="1409"/>
                </a:cubicBezTo>
                <a:cubicBezTo>
                  <a:pt x="155744" y="1314"/>
                  <a:pt x="155696" y="1266"/>
                  <a:pt x="155649" y="1218"/>
                </a:cubicBezTo>
                <a:cubicBezTo>
                  <a:pt x="155649" y="1218"/>
                  <a:pt x="155649" y="1218"/>
                  <a:pt x="155649" y="1218"/>
                </a:cubicBezTo>
                <a:cubicBezTo>
                  <a:pt x="155649" y="1218"/>
                  <a:pt x="155649" y="1218"/>
                  <a:pt x="155649" y="1218"/>
                </a:cubicBezTo>
                <a:cubicBezTo>
                  <a:pt x="153744" y="-496"/>
                  <a:pt x="150791" y="-401"/>
                  <a:pt x="149029" y="1504"/>
                </a:cubicBezTo>
                <a:cubicBezTo>
                  <a:pt x="149029" y="1504"/>
                  <a:pt x="149029" y="1504"/>
                  <a:pt x="149029" y="1504"/>
                </a:cubicBezTo>
                <a:cubicBezTo>
                  <a:pt x="149029" y="1504"/>
                  <a:pt x="149029" y="1504"/>
                  <a:pt x="149029" y="1504"/>
                </a:cubicBezTo>
                <a:cubicBezTo>
                  <a:pt x="149029" y="1504"/>
                  <a:pt x="149029" y="1504"/>
                  <a:pt x="149029" y="1504"/>
                </a:cubicBezTo>
                <a:cubicBezTo>
                  <a:pt x="149029" y="1504"/>
                  <a:pt x="148933" y="1599"/>
                  <a:pt x="148886" y="1694"/>
                </a:cubicBezTo>
                <a:cubicBezTo>
                  <a:pt x="148743" y="1837"/>
                  <a:pt x="148505" y="2075"/>
                  <a:pt x="148172" y="2409"/>
                </a:cubicBezTo>
                <a:cubicBezTo>
                  <a:pt x="147552" y="3028"/>
                  <a:pt x="146552" y="3981"/>
                  <a:pt x="145219" y="5124"/>
                </a:cubicBezTo>
                <a:cubicBezTo>
                  <a:pt x="142600" y="7457"/>
                  <a:pt x="138647" y="10696"/>
                  <a:pt x="133360" y="14363"/>
                </a:cubicBezTo>
                <a:cubicBezTo>
                  <a:pt x="122883" y="21697"/>
                  <a:pt x="107262" y="30698"/>
                  <a:pt x="86926" y="37175"/>
                </a:cubicBezTo>
                <a:cubicBezTo>
                  <a:pt x="66685" y="43605"/>
                  <a:pt x="46349" y="44986"/>
                  <a:pt x="31014" y="44748"/>
                </a:cubicBezTo>
                <a:cubicBezTo>
                  <a:pt x="23346" y="44652"/>
                  <a:pt x="16965" y="44128"/>
                  <a:pt x="12536" y="43605"/>
                </a:cubicBezTo>
                <a:cubicBezTo>
                  <a:pt x="10297" y="43366"/>
                  <a:pt x="8583" y="43128"/>
                  <a:pt x="7392" y="42938"/>
                </a:cubicBezTo>
                <a:cubicBezTo>
                  <a:pt x="6821" y="42842"/>
                  <a:pt x="6344" y="42795"/>
                  <a:pt x="6058" y="42747"/>
                </a:cubicBezTo>
                <a:cubicBezTo>
                  <a:pt x="5916" y="42747"/>
                  <a:pt x="5820" y="42747"/>
                  <a:pt x="5725" y="42700"/>
                </a:cubicBezTo>
                <a:cubicBezTo>
                  <a:pt x="5725" y="42700"/>
                  <a:pt x="5678" y="42700"/>
                  <a:pt x="5630" y="42700"/>
                </a:cubicBezTo>
                <a:cubicBezTo>
                  <a:pt x="5630" y="42700"/>
                  <a:pt x="5630" y="42700"/>
                  <a:pt x="5630" y="42700"/>
                </a:cubicBezTo>
                <a:cubicBezTo>
                  <a:pt x="4201" y="42461"/>
                  <a:pt x="2677" y="42842"/>
                  <a:pt x="1582" y="43843"/>
                </a:cubicBezTo>
                <a:cubicBezTo>
                  <a:pt x="486" y="44843"/>
                  <a:pt x="-85" y="46272"/>
                  <a:pt x="10" y="47748"/>
                </a:cubicBezTo>
                <a:lnTo>
                  <a:pt x="4773" y="47415"/>
                </a:lnTo>
                <a:cubicBezTo>
                  <a:pt x="1596" y="47638"/>
                  <a:pt x="10" y="47748"/>
                  <a:pt x="10" y="47748"/>
                </a:cubicBezTo>
                <a:cubicBezTo>
                  <a:pt x="10" y="47748"/>
                  <a:pt x="10" y="47748"/>
                  <a:pt x="10" y="47748"/>
                </a:cubicBezTo>
                <a:cubicBezTo>
                  <a:pt x="10" y="47748"/>
                  <a:pt x="10" y="47748"/>
                  <a:pt x="10" y="47748"/>
                </a:cubicBezTo>
                <a:cubicBezTo>
                  <a:pt x="10" y="47748"/>
                  <a:pt x="10" y="47843"/>
                  <a:pt x="10" y="47891"/>
                </a:cubicBezTo>
                <a:cubicBezTo>
                  <a:pt x="10" y="48034"/>
                  <a:pt x="10" y="48224"/>
                  <a:pt x="10" y="48462"/>
                </a:cubicBezTo>
                <a:cubicBezTo>
                  <a:pt x="10" y="48939"/>
                  <a:pt x="105" y="49700"/>
                  <a:pt x="201" y="50605"/>
                </a:cubicBezTo>
                <a:cubicBezTo>
                  <a:pt x="344" y="52463"/>
                  <a:pt x="629" y="55225"/>
                  <a:pt x="1010" y="58702"/>
                </a:cubicBezTo>
                <a:cubicBezTo>
                  <a:pt x="1772" y="65655"/>
                  <a:pt x="2963" y="75608"/>
                  <a:pt x="4868" y="87562"/>
                </a:cubicBezTo>
                <a:cubicBezTo>
                  <a:pt x="8583" y="111423"/>
                  <a:pt x="14965" y="143284"/>
                  <a:pt x="25394" y="175192"/>
                </a:cubicBezTo>
                <a:cubicBezTo>
                  <a:pt x="35824" y="207054"/>
                  <a:pt x="50493" y="239296"/>
                  <a:pt x="70971" y="263680"/>
                </a:cubicBezTo>
                <a:cubicBezTo>
                  <a:pt x="91545" y="288159"/>
                  <a:pt x="118216" y="304875"/>
                  <a:pt x="152458" y="304875"/>
                </a:cubicBezTo>
                <a:cubicBezTo>
                  <a:pt x="186700" y="304875"/>
                  <a:pt x="213370" y="288111"/>
                  <a:pt x="233944" y="263680"/>
                </a:cubicBezTo>
                <a:cubicBezTo>
                  <a:pt x="254423" y="239296"/>
                  <a:pt x="269092" y="207054"/>
                  <a:pt x="279521" y="175192"/>
                </a:cubicBezTo>
                <a:cubicBezTo>
                  <a:pt x="289999" y="143284"/>
                  <a:pt x="296333" y="111375"/>
                  <a:pt x="300048" y="87562"/>
                </a:cubicBezTo>
                <a:cubicBezTo>
                  <a:pt x="301905" y="75608"/>
                  <a:pt x="303143" y="65655"/>
                  <a:pt x="303905" y="58702"/>
                </a:cubicBezTo>
                <a:cubicBezTo>
                  <a:pt x="304286" y="55225"/>
                  <a:pt x="304525" y="52463"/>
                  <a:pt x="304715" y="50605"/>
                </a:cubicBezTo>
                <a:cubicBezTo>
                  <a:pt x="304810" y="49653"/>
                  <a:pt x="304858" y="48939"/>
                  <a:pt x="304905" y="48462"/>
                </a:cubicBezTo>
                <a:cubicBezTo>
                  <a:pt x="304905" y="48224"/>
                  <a:pt x="304905" y="48034"/>
                  <a:pt x="304905" y="47891"/>
                </a:cubicBezTo>
                <a:cubicBezTo>
                  <a:pt x="304905" y="47843"/>
                  <a:pt x="304905" y="47796"/>
                  <a:pt x="304905" y="47748"/>
                </a:cubicBezTo>
                <a:cubicBezTo>
                  <a:pt x="304905" y="47748"/>
                  <a:pt x="304905" y="47748"/>
                  <a:pt x="304905" y="47748"/>
                </a:cubicBezTo>
                <a:cubicBezTo>
                  <a:pt x="304905" y="47748"/>
                  <a:pt x="304905" y="47748"/>
                  <a:pt x="304905" y="47748"/>
                </a:cubicBezTo>
                <a:cubicBezTo>
                  <a:pt x="304905" y="47748"/>
                  <a:pt x="303320" y="47638"/>
                  <a:pt x="300143" y="47415"/>
                </a:cubicBezTo>
                <a:lnTo>
                  <a:pt x="304905" y="47748"/>
                </a:lnTo>
                <a:close/>
                <a:moveTo>
                  <a:pt x="294333" y="57701"/>
                </a:moveTo>
                <a:cubicBezTo>
                  <a:pt x="293618" y="64559"/>
                  <a:pt x="292380" y="74370"/>
                  <a:pt x="290570" y="86134"/>
                </a:cubicBezTo>
                <a:cubicBezTo>
                  <a:pt x="286903" y="109660"/>
                  <a:pt x="280664" y="140997"/>
                  <a:pt x="270377" y="172287"/>
                </a:cubicBezTo>
                <a:cubicBezTo>
                  <a:pt x="260138" y="203624"/>
                  <a:pt x="245946" y="234581"/>
                  <a:pt x="226562" y="257631"/>
                </a:cubicBezTo>
                <a:cubicBezTo>
                  <a:pt x="207274" y="280586"/>
                  <a:pt x="183033" y="295446"/>
                  <a:pt x="152363" y="295446"/>
                </a:cubicBezTo>
                <a:cubicBezTo>
                  <a:pt x="121692" y="295446"/>
                  <a:pt x="97451" y="280586"/>
                  <a:pt x="78163" y="257631"/>
                </a:cubicBezTo>
                <a:cubicBezTo>
                  <a:pt x="58779" y="234581"/>
                  <a:pt x="44635" y="203624"/>
                  <a:pt x="34348" y="172287"/>
                </a:cubicBezTo>
                <a:cubicBezTo>
                  <a:pt x="24109" y="140997"/>
                  <a:pt x="17870" y="109660"/>
                  <a:pt x="14155" y="86134"/>
                </a:cubicBezTo>
                <a:cubicBezTo>
                  <a:pt x="12298" y="74370"/>
                  <a:pt x="11107" y="64559"/>
                  <a:pt x="10392" y="57701"/>
                </a:cubicBezTo>
                <a:cubicBezTo>
                  <a:pt x="10202" y="55892"/>
                  <a:pt x="10011" y="54273"/>
                  <a:pt x="9916" y="52891"/>
                </a:cubicBezTo>
                <a:cubicBezTo>
                  <a:pt x="10392" y="52939"/>
                  <a:pt x="10774" y="52987"/>
                  <a:pt x="11297" y="53034"/>
                </a:cubicBezTo>
                <a:cubicBezTo>
                  <a:pt x="16012" y="53558"/>
                  <a:pt x="22680" y="54082"/>
                  <a:pt x="30681" y="54225"/>
                </a:cubicBezTo>
                <a:cubicBezTo>
                  <a:pt x="46635" y="54463"/>
                  <a:pt x="68114" y="53034"/>
                  <a:pt x="89641" y="46176"/>
                </a:cubicBezTo>
                <a:cubicBezTo>
                  <a:pt x="111072" y="39366"/>
                  <a:pt x="127550" y="29889"/>
                  <a:pt x="138694" y="22078"/>
                </a:cubicBezTo>
                <a:cubicBezTo>
                  <a:pt x="144266" y="18173"/>
                  <a:pt x="148505" y="14696"/>
                  <a:pt x="151362" y="12172"/>
                </a:cubicBezTo>
                <a:cubicBezTo>
                  <a:pt x="151839" y="11743"/>
                  <a:pt x="152172" y="11410"/>
                  <a:pt x="152553" y="11077"/>
                </a:cubicBezTo>
                <a:cubicBezTo>
                  <a:pt x="152982" y="11458"/>
                  <a:pt x="153410" y="11791"/>
                  <a:pt x="153982" y="12220"/>
                </a:cubicBezTo>
                <a:cubicBezTo>
                  <a:pt x="157030" y="14649"/>
                  <a:pt x="161554" y="17982"/>
                  <a:pt x="167269" y="21792"/>
                </a:cubicBezTo>
                <a:cubicBezTo>
                  <a:pt x="178699" y="29412"/>
                  <a:pt x="195082" y="38842"/>
                  <a:pt x="214894" y="46081"/>
                </a:cubicBezTo>
                <a:cubicBezTo>
                  <a:pt x="235087" y="53463"/>
                  <a:pt x="256614" y="54892"/>
                  <a:pt x="272949" y="54558"/>
                </a:cubicBezTo>
                <a:cubicBezTo>
                  <a:pt x="281141" y="54368"/>
                  <a:pt x="288094" y="53749"/>
                  <a:pt x="293047" y="53130"/>
                </a:cubicBezTo>
                <a:cubicBezTo>
                  <a:pt x="293714" y="53034"/>
                  <a:pt x="294237" y="52987"/>
                  <a:pt x="294809" y="52891"/>
                </a:cubicBezTo>
                <a:cubicBezTo>
                  <a:pt x="294666" y="54273"/>
                  <a:pt x="294523" y="55844"/>
                  <a:pt x="294333" y="57654"/>
                </a:cubicBezTo>
                <a:close/>
                <a:moveTo>
                  <a:pt x="265139" y="74989"/>
                </a:moveTo>
                <a:cubicBezTo>
                  <a:pt x="264043" y="73989"/>
                  <a:pt x="262567" y="73561"/>
                  <a:pt x="261091" y="73846"/>
                </a:cubicBezTo>
                <a:cubicBezTo>
                  <a:pt x="261091" y="73846"/>
                  <a:pt x="261091" y="73846"/>
                  <a:pt x="261091" y="73846"/>
                </a:cubicBezTo>
                <a:cubicBezTo>
                  <a:pt x="261091" y="73846"/>
                  <a:pt x="261091" y="73846"/>
                  <a:pt x="261043" y="73846"/>
                </a:cubicBezTo>
                <a:cubicBezTo>
                  <a:pt x="260995" y="73846"/>
                  <a:pt x="260900" y="73846"/>
                  <a:pt x="260805" y="73846"/>
                </a:cubicBezTo>
                <a:cubicBezTo>
                  <a:pt x="260566" y="73846"/>
                  <a:pt x="260233" y="73942"/>
                  <a:pt x="259757" y="74037"/>
                </a:cubicBezTo>
                <a:cubicBezTo>
                  <a:pt x="258852" y="74180"/>
                  <a:pt x="257471" y="74370"/>
                  <a:pt x="255757" y="74561"/>
                </a:cubicBezTo>
                <a:cubicBezTo>
                  <a:pt x="252327" y="74989"/>
                  <a:pt x="247422" y="75418"/>
                  <a:pt x="241659" y="75513"/>
                </a:cubicBezTo>
                <a:cubicBezTo>
                  <a:pt x="230039" y="75751"/>
                  <a:pt x="215228" y="74751"/>
                  <a:pt x="201559" y="69846"/>
                </a:cubicBezTo>
                <a:cubicBezTo>
                  <a:pt x="187605" y="64845"/>
                  <a:pt x="176032" y="58321"/>
                  <a:pt x="167983" y="53082"/>
                </a:cubicBezTo>
                <a:cubicBezTo>
                  <a:pt x="163935" y="50463"/>
                  <a:pt x="160792" y="48129"/>
                  <a:pt x="158697" y="46510"/>
                </a:cubicBezTo>
                <a:cubicBezTo>
                  <a:pt x="157649" y="45700"/>
                  <a:pt x="156839" y="45033"/>
                  <a:pt x="156316" y="44605"/>
                </a:cubicBezTo>
                <a:cubicBezTo>
                  <a:pt x="156030" y="44366"/>
                  <a:pt x="155839" y="44224"/>
                  <a:pt x="155744" y="44128"/>
                </a:cubicBezTo>
                <a:cubicBezTo>
                  <a:pt x="155696" y="44081"/>
                  <a:pt x="155649" y="44033"/>
                  <a:pt x="155601" y="44033"/>
                </a:cubicBezTo>
                <a:cubicBezTo>
                  <a:pt x="155601" y="44033"/>
                  <a:pt x="155601" y="44033"/>
                  <a:pt x="155601" y="44033"/>
                </a:cubicBezTo>
                <a:lnTo>
                  <a:pt x="155601" y="44033"/>
                </a:lnTo>
                <a:cubicBezTo>
                  <a:pt x="153696" y="42366"/>
                  <a:pt x="150791" y="42461"/>
                  <a:pt x="149029" y="44319"/>
                </a:cubicBezTo>
                <a:lnTo>
                  <a:pt x="149029" y="44319"/>
                </a:lnTo>
                <a:cubicBezTo>
                  <a:pt x="149029" y="44319"/>
                  <a:pt x="149029" y="44319"/>
                  <a:pt x="149029" y="44319"/>
                </a:cubicBezTo>
                <a:cubicBezTo>
                  <a:pt x="149029" y="44319"/>
                  <a:pt x="148981" y="44366"/>
                  <a:pt x="148933" y="44414"/>
                </a:cubicBezTo>
                <a:cubicBezTo>
                  <a:pt x="148838" y="44509"/>
                  <a:pt x="148648" y="44700"/>
                  <a:pt x="148410" y="44890"/>
                </a:cubicBezTo>
                <a:cubicBezTo>
                  <a:pt x="147934" y="45319"/>
                  <a:pt x="147219" y="45986"/>
                  <a:pt x="146266" y="46795"/>
                </a:cubicBezTo>
                <a:cubicBezTo>
                  <a:pt x="144362" y="48462"/>
                  <a:pt x="141457" y="50796"/>
                  <a:pt x="137599" y="53415"/>
                </a:cubicBezTo>
                <a:cubicBezTo>
                  <a:pt x="129883" y="58702"/>
                  <a:pt x="118406" y="65179"/>
                  <a:pt x="103452" y="69798"/>
                </a:cubicBezTo>
                <a:cubicBezTo>
                  <a:pt x="88593" y="74418"/>
                  <a:pt x="73638" y="75418"/>
                  <a:pt x="62304" y="75275"/>
                </a:cubicBezTo>
                <a:cubicBezTo>
                  <a:pt x="56684" y="75180"/>
                  <a:pt x="51969" y="74799"/>
                  <a:pt x="48683" y="74465"/>
                </a:cubicBezTo>
                <a:cubicBezTo>
                  <a:pt x="47064" y="74275"/>
                  <a:pt x="45778" y="74132"/>
                  <a:pt x="44921" y="73989"/>
                </a:cubicBezTo>
                <a:cubicBezTo>
                  <a:pt x="44492" y="73942"/>
                  <a:pt x="44158" y="73894"/>
                  <a:pt x="43968" y="73846"/>
                </a:cubicBezTo>
                <a:cubicBezTo>
                  <a:pt x="43873" y="73846"/>
                  <a:pt x="43778" y="73846"/>
                  <a:pt x="43730" y="73846"/>
                </a:cubicBezTo>
                <a:cubicBezTo>
                  <a:pt x="43730" y="73846"/>
                  <a:pt x="43730" y="73846"/>
                  <a:pt x="43682" y="73846"/>
                </a:cubicBezTo>
                <a:lnTo>
                  <a:pt x="43682" y="73846"/>
                </a:lnTo>
                <a:cubicBezTo>
                  <a:pt x="42254" y="73608"/>
                  <a:pt x="40730" y="74037"/>
                  <a:pt x="39682" y="74989"/>
                </a:cubicBezTo>
                <a:cubicBezTo>
                  <a:pt x="38586" y="75990"/>
                  <a:pt x="38015" y="77418"/>
                  <a:pt x="38110" y="78847"/>
                </a:cubicBezTo>
                <a:lnTo>
                  <a:pt x="42873" y="78514"/>
                </a:lnTo>
                <a:cubicBezTo>
                  <a:pt x="39696" y="78737"/>
                  <a:pt x="38110" y="78847"/>
                  <a:pt x="38110" y="78847"/>
                </a:cubicBezTo>
                <a:cubicBezTo>
                  <a:pt x="38110" y="78847"/>
                  <a:pt x="38110" y="78847"/>
                  <a:pt x="38110" y="78847"/>
                </a:cubicBezTo>
                <a:cubicBezTo>
                  <a:pt x="38110" y="78847"/>
                  <a:pt x="38110" y="78847"/>
                  <a:pt x="38110" y="78847"/>
                </a:cubicBezTo>
                <a:cubicBezTo>
                  <a:pt x="38110" y="78847"/>
                  <a:pt x="38110" y="78895"/>
                  <a:pt x="38110" y="78942"/>
                </a:cubicBezTo>
                <a:cubicBezTo>
                  <a:pt x="38110" y="79038"/>
                  <a:pt x="38110" y="79180"/>
                  <a:pt x="38110" y="79371"/>
                </a:cubicBezTo>
                <a:cubicBezTo>
                  <a:pt x="38110" y="79752"/>
                  <a:pt x="38205" y="80276"/>
                  <a:pt x="38253" y="80942"/>
                </a:cubicBezTo>
                <a:cubicBezTo>
                  <a:pt x="38396" y="82324"/>
                  <a:pt x="38586" y="84324"/>
                  <a:pt x="38872" y="86848"/>
                </a:cubicBezTo>
                <a:cubicBezTo>
                  <a:pt x="39444" y="91944"/>
                  <a:pt x="40349" y="99183"/>
                  <a:pt x="41730" y="107851"/>
                </a:cubicBezTo>
                <a:cubicBezTo>
                  <a:pt x="44492" y="125234"/>
                  <a:pt x="49207" y="148427"/>
                  <a:pt x="57017" y="171668"/>
                </a:cubicBezTo>
                <a:cubicBezTo>
                  <a:pt x="64780" y="194861"/>
                  <a:pt x="75734" y="218483"/>
                  <a:pt x="91069" y="236343"/>
                </a:cubicBezTo>
                <a:cubicBezTo>
                  <a:pt x="106500" y="254298"/>
                  <a:pt x="126645" y="266680"/>
                  <a:pt x="152458" y="266680"/>
                </a:cubicBezTo>
                <a:cubicBezTo>
                  <a:pt x="178271" y="266680"/>
                  <a:pt x="198368" y="254298"/>
                  <a:pt x="213846" y="236343"/>
                </a:cubicBezTo>
                <a:cubicBezTo>
                  <a:pt x="229229" y="218483"/>
                  <a:pt x="240135" y="194861"/>
                  <a:pt x="247898" y="171668"/>
                </a:cubicBezTo>
                <a:cubicBezTo>
                  <a:pt x="255709" y="148380"/>
                  <a:pt x="260424" y="125186"/>
                  <a:pt x="263186" y="107851"/>
                </a:cubicBezTo>
                <a:cubicBezTo>
                  <a:pt x="264567" y="99183"/>
                  <a:pt x="265472" y="91896"/>
                  <a:pt x="266043" y="86848"/>
                </a:cubicBezTo>
                <a:cubicBezTo>
                  <a:pt x="266329" y="84324"/>
                  <a:pt x="266520" y="82324"/>
                  <a:pt x="266663" y="80942"/>
                </a:cubicBezTo>
                <a:cubicBezTo>
                  <a:pt x="266710" y="80276"/>
                  <a:pt x="266758" y="79704"/>
                  <a:pt x="266805" y="79371"/>
                </a:cubicBezTo>
                <a:cubicBezTo>
                  <a:pt x="266805" y="79180"/>
                  <a:pt x="266805" y="79038"/>
                  <a:pt x="266805" y="78942"/>
                </a:cubicBezTo>
                <a:cubicBezTo>
                  <a:pt x="266805" y="78942"/>
                  <a:pt x="266805" y="78847"/>
                  <a:pt x="266805" y="78847"/>
                </a:cubicBezTo>
                <a:cubicBezTo>
                  <a:pt x="266805" y="78847"/>
                  <a:pt x="266805" y="78847"/>
                  <a:pt x="266805" y="78847"/>
                </a:cubicBezTo>
                <a:lnTo>
                  <a:pt x="266805" y="78847"/>
                </a:lnTo>
                <a:cubicBezTo>
                  <a:pt x="266805" y="78847"/>
                  <a:pt x="266805" y="78847"/>
                  <a:pt x="262043" y="78466"/>
                </a:cubicBezTo>
                <a:lnTo>
                  <a:pt x="266805" y="78799"/>
                </a:lnTo>
                <a:cubicBezTo>
                  <a:pt x="266901" y="77323"/>
                  <a:pt x="266329" y="75894"/>
                  <a:pt x="265234" y="74894"/>
                </a:cubicBezTo>
                <a:close/>
                <a:moveTo>
                  <a:pt x="256471" y="85896"/>
                </a:moveTo>
                <a:cubicBezTo>
                  <a:pt x="255947" y="90849"/>
                  <a:pt x="255042" y="97945"/>
                  <a:pt x="253661" y="106469"/>
                </a:cubicBezTo>
                <a:cubicBezTo>
                  <a:pt x="250946" y="123519"/>
                  <a:pt x="246327" y="146189"/>
                  <a:pt x="238754" y="168763"/>
                </a:cubicBezTo>
                <a:cubicBezTo>
                  <a:pt x="231182" y="191432"/>
                  <a:pt x="220704" y="213721"/>
                  <a:pt x="206512" y="230247"/>
                </a:cubicBezTo>
                <a:cubicBezTo>
                  <a:pt x="192368" y="246677"/>
                  <a:pt x="174699" y="257250"/>
                  <a:pt x="152363" y="257250"/>
                </a:cubicBezTo>
                <a:cubicBezTo>
                  <a:pt x="130026" y="257250"/>
                  <a:pt x="112357" y="246677"/>
                  <a:pt x="98213" y="230247"/>
                </a:cubicBezTo>
                <a:cubicBezTo>
                  <a:pt x="83973" y="213721"/>
                  <a:pt x="73543" y="191432"/>
                  <a:pt x="65971" y="168763"/>
                </a:cubicBezTo>
                <a:cubicBezTo>
                  <a:pt x="58399" y="146141"/>
                  <a:pt x="53779" y="123472"/>
                  <a:pt x="51064" y="106469"/>
                </a:cubicBezTo>
                <a:cubicBezTo>
                  <a:pt x="49683" y="97945"/>
                  <a:pt x="48826" y="90849"/>
                  <a:pt x="48254" y="85896"/>
                </a:cubicBezTo>
                <a:cubicBezTo>
                  <a:pt x="48159" y="85181"/>
                  <a:pt x="48111" y="84657"/>
                  <a:pt x="48064" y="84038"/>
                </a:cubicBezTo>
                <a:cubicBezTo>
                  <a:pt x="51541" y="84419"/>
                  <a:pt x="56351" y="84752"/>
                  <a:pt x="62066" y="84848"/>
                </a:cubicBezTo>
                <a:cubicBezTo>
                  <a:pt x="73972" y="85038"/>
                  <a:pt x="90021" y="83990"/>
                  <a:pt x="106166" y="78990"/>
                </a:cubicBezTo>
                <a:cubicBezTo>
                  <a:pt x="122216" y="73989"/>
                  <a:pt x="134551" y="67084"/>
                  <a:pt x="142885" y="61369"/>
                </a:cubicBezTo>
                <a:cubicBezTo>
                  <a:pt x="147076" y="58511"/>
                  <a:pt x="150219" y="55939"/>
                  <a:pt x="152410" y="54082"/>
                </a:cubicBezTo>
                <a:cubicBezTo>
                  <a:pt x="152458" y="54034"/>
                  <a:pt x="152505" y="53987"/>
                  <a:pt x="152601" y="53939"/>
                </a:cubicBezTo>
                <a:cubicBezTo>
                  <a:pt x="152696" y="54034"/>
                  <a:pt x="152791" y="54082"/>
                  <a:pt x="152886" y="54177"/>
                </a:cubicBezTo>
                <a:cubicBezTo>
                  <a:pt x="155173" y="55939"/>
                  <a:pt x="158554" y="58416"/>
                  <a:pt x="162792" y="61178"/>
                </a:cubicBezTo>
                <a:cubicBezTo>
                  <a:pt x="171317" y="66750"/>
                  <a:pt x="183557" y="73608"/>
                  <a:pt x="198368" y="78942"/>
                </a:cubicBezTo>
                <a:cubicBezTo>
                  <a:pt x="213513" y="84372"/>
                  <a:pt x="229658" y="85419"/>
                  <a:pt x="241850" y="85133"/>
                </a:cubicBezTo>
                <a:cubicBezTo>
                  <a:pt x="247851" y="84991"/>
                  <a:pt x="252994" y="84562"/>
                  <a:pt x="256661" y="84133"/>
                </a:cubicBezTo>
                <a:cubicBezTo>
                  <a:pt x="256614" y="84752"/>
                  <a:pt x="256566" y="85276"/>
                  <a:pt x="256471" y="85943"/>
                </a:cubicBezTo>
                <a:close/>
                <a:moveTo>
                  <a:pt x="180985" y="138330"/>
                </a:moveTo>
                <a:cubicBezTo>
                  <a:pt x="180985" y="122472"/>
                  <a:pt x="168222" y="109517"/>
                  <a:pt x="152410" y="109517"/>
                </a:cubicBezTo>
                <a:cubicBezTo>
                  <a:pt x="136599" y="109517"/>
                  <a:pt x="123835" y="122472"/>
                  <a:pt x="123835" y="138330"/>
                </a:cubicBezTo>
                <a:cubicBezTo>
                  <a:pt x="123835" y="147808"/>
                  <a:pt x="128407" y="156190"/>
                  <a:pt x="135408" y="161429"/>
                </a:cubicBezTo>
                <a:lnTo>
                  <a:pt x="125597" y="188908"/>
                </a:lnTo>
                <a:cubicBezTo>
                  <a:pt x="125074" y="190385"/>
                  <a:pt x="125312" y="192004"/>
                  <a:pt x="126169" y="193242"/>
                </a:cubicBezTo>
                <a:cubicBezTo>
                  <a:pt x="127074" y="194528"/>
                  <a:pt x="128502" y="195290"/>
                  <a:pt x="130074" y="195290"/>
                </a:cubicBezTo>
                <a:lnTo>
                  <a:pt x="174794" y="195290"/>
                </a:lnTo>
                <a:cubicBezTo>
                  <a:pt x="176366" y="195290"/>
                  <a:pt x="177794" y="194528"/>
                  <a:pt x="178699" y="193242"/>
                </a:cubicBezTo>
                <a:cubicBezTo>
                  <a:pt x="179604" y="191956"/>
                  <a:pt x="179795" y="190337"/>
                  <a:pt x="179271" y="188908"/>
                </a:cubicBezTo>
                <a:lnTo>
                  <a:pt x="169460" y="161429"/>
                </a:lnTo>
                <a:cubicBezTo>
                  <a:pt x="176461" y="156190"/>
                  <a:pt x="181033" y="147760"/>
                  <a:pt x="181033" y="138330"/>
                </a:cubicBezTo>
                <a:close/>
                <a:moveTo>
                  <a:pt x="161364" y="155333"/>
                </a:moveTo>
                <a:cubicBezTo>
                  <a:pt x="159316" y="156476"/>
                  <a:pt x="158363" y="158905"/>
                  <a:pt x="159125" y="161143"/>
                </a:cubicBezTo>
                <a:lnTo>
                  <a:pt x="167936" y="185765"/>
                </a:lnTo>
                <a:lnTo>
                  <a:pt x="136741" y="185765"/>
                </a:lnTo>
                <a:lnTo>
                  <a:pt x="145552" y="161143"/>
                </a:lnTo>
                <a:cubicBezTo>
                  <a:pt x="146362" y="158905"/>
                  <a:pt x="145409" y="156476"/>
                  <a:pt x="143314" y="155333"/>
                </a:cubicBezTo>
                <a:cubicBezTo>
                  <a:pt x="137313" y="152094"/>
                  <a:pt x="133265" y="145713"/>
                  <a:pt x="133265" y="138330"/>
                </a:cubicBezTo>
                <a:cubicBezTo>
                  <a:pt x="133265" y="127663"/>
                  <a:pt x="141837" y="119042"/>
                  <a:pt x="152315" y="119042"/>
                </a:cubicBezTo>
                <a:cubicBezTo>
                  <a:pt x="162792" y="119042"/>
                  <a:pt x="171365" y="127615"/>
                  <a:pt x="171365" y="138330"/>
                </a:cubicBezTo>
                <a:cubicBezTo>
                  <a:pt x="171365" y="145713"/>
                  <a:pt x="167269" y="152094"/>
                  <a:pt x="161316" y="155333"/>
                </a:cubicBezTo>
                <a:close/>
              </a:path>
            </a:pathLst>
          </a:cu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9"/>
          <p:cNvSpPr/>
          <p:nvPr/>
        </p:nvSpPr>
        <p:spPr>
          <a:xfrm>
            <a:off x="657803" y="1208523"/>
            <a:ext cx="304990" cy="304990"/>
          </a:xfrm>
          <a:custGeom>
            <a:rect b="b" l="l" r="r" t="t"/>
            <a:pathLst>
              <a:path extrusionOk="0" h="304990" w="304990">
                <a:moveTo>
                  <a:pt x="152495" y="38100"/>
                </a:moveTo>
                <a:cubicBezTo>
                  <a:pt x="89345" y="38100"/>
                  <a:pt x="38148" y="89297"/>
                  <a:pt x="38148" y="152448"/>
                </a:cubicBezTo>
                <a:cubicBezTo>
                  <a:pt x="38148" y="215598"/>
                  <a:pt x="89345" y="266795"/>
                  <a:pt x="152495" y="266795"/>
                </a:cubicBezTo>
                <a:cubicBezTo>
                  <a:pt x="215646" y="266795"/>
                  <a:pt x="266843" y="215598"/>
                  <a:pt x="266843" y="152448"/>
                </a:cubicBezTo>
                <a:cubicBezTo>
                  <a:pt x="266843" y="89297"/>
                  <a:pt x="215646" y="38100"/>
                  <a:pt x="152495" y="38100"/>
                </a:cubicBezTo>
                <a:close/>
                <a:moveTo>
                  <a:pt x="157258" y="257175"/>
                </a:moveTo>
                <a:lnTo>
                  <a:pt x="157258" y="238220"/>
                </a:lnTo>
                <a:cubicBezTo>
                  <a:pt x="157258" y="235601"/>
                  <a:pt x="155115" y="233458"/>
                  <a:pt x="152495" y="233458"/>
                </a:cubicBezTo>
                <a:cubicBezTo>
                  <a:pt x="149876" y="233458"/>
                  <a:pt x="147733" y="235601"/>
                  <a:pt x="147733" y="238220"/>
                </a:cubicBezTo>
                <a:lnTo>
                  <a:pt x="147733" y="257175"/>
                </a:lnTo>
                <a:cubicBezTo>
                  <a:pt x="93631" y="254746"/>
                  <a:pt x="50197" y="211312"/>
                  <a:pt x="47768" y="157210"/>
                </a:cubicBezTo>
                <a:lnTo>
                  <a:pt x="66723" y="157210"/>
                </a:lnTo>
                <a:cubicBezTo>
                  <a:pt x="69342" y="157210"/>
                  <a:pt x="71485" y="155067"/>
                  <a:pt x="71485" y="152448"/>
                </a:cubicBezTo>
                <a:cubicBezTo>
                  <a:pt x="71485" y="149828"/>
                  <a:pt x="69342" y="147685"/>
                  <a:pt x="66723" y="147685"/>
                </a:cubicBezTo>
                <a:lnTo>
                  <a:pt x="47768" y="147685"/>
                </a:lnTo>
                <a:cubicBezTo>
                  <a:pt x="50197" y="93583"/>
                  <a:pt x="93631" y="50149"/>
                  <a:pt x="147733" y="47720"/>
                </a:cubicBezTo>
                <a:lnTo>
                  <a:pt x="147733" y="66675"/>
                </a:lnTo>
                <a:cubicBezTo>
                  <a:pt x="147733" y="69294"/>
                  <a:pt x="149876" y="71438"/>
                  <a:pt x="152495" y="71438"/>
                </a:cubicBezTo>
                <a:cubicBezTo>
                  <a:pt x="155115" y="71438"/>
                  <a:pt x="157258" y="69294"/>
                  <a:pt x="157258" y="66675"/>
                </a:cubicBezTo>
                <a:lnTo>
                  <a:pt x="157258" y="47720"/>
                </a:lnTo>
                <a:cubicBezTo>
                  <a:pt x="211360" y="50149"/>
                  <a:pt x="254794" y="93535"/>
                  <a:pt x="257223" y="147685"/>
                </a:cubicBezTo>
                <a:lnTo>
                  <a:pt x="238268" y="147685"/>
                </a:lnTo>
                <a:cubicBezTo>
                  <a:pt x="235648" y="147685"/>
                  <a:pt x="233506" y="149828"/>
                  <a:pt x="233506" y="152448"/>
                </a:cubicBezTo>
                <a:cubicBezTo>
                  <a:pt x="233506" y="155067"/>
                  <a:pt x="235648" y="157210"/>
                  <a:pt x="238268" y="157210"/>
                </a:cubicBezTo>
                <a:lnTo>
                  <a:pt x="257223" y="157210"/>
                </a:lnTo>
                <a:cubicBezTo>
                  <a:pt x="254794" y="211312"/>
                  <a:pt x="211360" y="254746"/>
                  <a:pt x="157258" y="257175"/>
                </a:cubicBezTo>
                <a:close/>
                <a:moveTo>
                  <a:pt x="152495" y="0"/>
                </a:moveTo>
                <a:cubicBezTo>
                  <a:pt x="68295" y="0"/>
                  <a:pt x="0" y="68247"/>
                  <a:pt x="0" y="152495"/>
                </a:cubicBezTo>
                <a:cubicBezTo>
                  <a:pt x="0" y="236744"/>
                  <a:pt x="68247" y="304990"/>
                  <a:pt x="152495" y="304990"/>
                </a:cubicBezTo>
                <a:cubicBezTo>
                  <a:pt x="236744" y="304990"/>
                  <a:pt x="304991" y="236744"/>
                  <a:pt x="304991" y="152495"/>
                </a:cubicBezTo>
                <a:cubicBezTo>
                  <a:pt x="304991" y="68247"/>
                  <a:pt x="236744" y="0"/>
                  <a:pt x="152495" y="0"/>
                </a:cubicBezTo>
                <a:close/>
                <a:moveTo>
                  <a:pt x="152495" y="295418"/>
                </a:moveTo>
                <a:cubicBezTo>
                  <a:pt x="73533" y="295418"/>
                  <a:pt x="9573" y="231410"/>
                  <a:pt x="9573" y="152495"/>
                </a:cubicBezTo>
                <a:cubicBezTo>
                  <a:pt x="9573" y="73581"/>
                  <a:pt x="73581" y="9573"/>
                  <a:pt x="152495" y="9573"/>
                </a:cubicBezTo>
                <a:cubicBezTo>
                  <a:pt x="231410" y="9573"/>
                  <a:pt x="295418" y="73581"/>
                  <a:pt x="295418" y="152495"/>
                </a:cubicBezTo>
                <a:cubicBezTo>
                  <a:pt x="295418" y="231410"/>
                  <a:pt x="231410" y="295418"/>
                  <a:pt x="152495" y="295418"/>
                </a:cubicBezTo>
                <a:close/>
                <a:moveTo>
                  <a:pt x="157258" y="104823"/>
                </a:moveTo>
                <a:lnTo>
                  <a:pt x="157258" y="150400"/>
                </a:lnTo>
                <a:cubicBezTo>
                  <a:pt x="157258" y="151971"/>
                  <a:pt x="156496" y="153400"/>
                  <a:pt x="155210" y="154305"/>
                </a:cubicBezTo>
                <a:lnTo>
                  <a:pt x="98013" y="194500"/>
                </a:lnTo>
                <a:cubicBezTo>
                  <a:pt x="95869" y="196024"/>
                  <a:pt x="92869" y="195501"/>
                  <a:pt x="91393" y="193357"/>
                </a:cubicBezTo>
                <a:cubicBezTo>
                  <a:pt x="89868" y="191214"/>
                  <a:pt x="90392" y="188214"/>
                  <a:pt x="92536" y="186738"/>
                </a:cubicBezTo>
                <a:lnTo>
                  <a:pt x="147685" y="147971"/>
                </a:lnTo>
                <a:lnTo>
                  <a:pt x="147685" y="104870"/>
                </a:lnTo>
                <a:cubicBezTo>
                  <a:pt x="147685" y="102251"/>
                  <a:pt x="149829" y="100108"/>
                  <a:pt x="152448" y="100108"/>
                </a:cubicBezTo>
                <a:cubicBezTo>
                  <a:pt x="155067" y="100108"/>
                  <a:pt x="157210" y="102251"/>
                  <a:pt x="157210" y="104870"/>
                </a:cubicBezTo>
                <a:close/>
              </a:path>
            </a:pathLst>
          </a:custGeom>
          <a:solidFill>
            <a:srgbClr val="1F1F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59"/>
          <p:cNvSpPr/>
          <p:nvPr/>
        </p:nvSpPr>
        <p:spPr>
          <a:xfrm>
            <a:off x="524700" y="3313575"/>
            <a:ext cx="8094600" cy="1350000"/>
          </a:xfrm>
          <a:prstGeom prst="rect">
            <a:avLst/>
          </a:prstGeom>
          <a:solidFill>
            <a:srgbClr val="F4F3EF"/>
          </a:solidFill>
          <a:ln>
            <a:noFill/>
          </a:ln>
          <a:effectLst>
            <a:outerShdw blurRad="762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2" name="Google Shape;532;p59"/>
          <p:cNvSpPr/>
          <p:nvPr/>
        </p:nvSpPr>
        <p:spPr>
          <a:xfrm>
            <a:off x="732950" y="3464675"/>
            <a:ext cx="758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Recommended launch path</a:t>
            </a:r>
            <a:endParaRPr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p59"/>
          <p:cNvSpPr/>
          <p:nvPr/>
        </p:nvSpPr>
        <p:spPr>
          <a:xfrm>
            <a:off x="732950" y="3737200"/>
            <a:ext cx="76779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controlled program for aircraft parts first</a:t>
            </a: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— request through payment.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4" name="Google Shape;534;p59"/>
          <p:cNvSpPr/>
          <p:nvPr/>
        </p:nvSpPr>
        <p:spPr>
          <a:xfrm>
            <a:off x="524699" y="3313572"/>
            <a:ext cx="100500" cy="1350000"/>
          </a:xfrm>
          <a:prstGeom prst="rect">
            <a:avLst/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/>
          <p:nvPr/>
        </p:nvSpPr>
        <p:spPr>
          <a:xfrm>
            <a:off x="524700" y="3140775"/>
            <a:ext cx="8094600" cy="1522800"/>
          </a:xfrm>
          <a:prstGeom prst="rect">
            <a:avLst/>
          </a:prstGeom>
          <a:solidFill>
            <a:srgbClr val="F4F3EF"/>
          </a:solidFill>
          <a:ln>
            <a:noFill/>
          </a:ln>
          <a:effectLst>
            <a:outerShdw blurRad="762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0" name="Google Shape;540;p60"/>
          <p:cNvSpPr txBox="1"/>
          <p:nvPr>
            <p:ph type="title"/>
          </p:nvPr>
        </p:nvSpPr>
        <p:spPr>
          <a:xfrm>
            <a:off x="557775" y="557700"/>
            <a:ext cx="8029200" cy="3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 path — request to payment</a:t>
            </a:r>
            <a:endParaRPr/>
          </a:p>
        </p:txBody>
      </p:sp>
      <p:sp>
        <p:nvSpPr>
          <p:cNvPr id="541" name="Google Shape;541;p60"/>
          <p:cNvSpPr/>
          <p:nvPr/>
        </p:nvSpPr>
        <p:spPr>
          <a:xfrm>
            <a:off x="685800" y="1188720"/>
            <a:ext cx="777300" cy="777300"/>
          </a:xfrm>
          <a:prstGeom prst="ellipse">
            <a:avLst/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0"/>
          <p:cNvSpPr/>
          <p:nvPr/>
        </p:nvSpPr>
        <p:spPr>
          <a:xfrm>
            <a:off x="320040" y="21488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Request</a:t>
            </a:r>
            <a:endParaRPr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60"/>
          <p:cNvSpPr/>
          <p:nvPr/>
        </p:nvSpPr>
        <p:spPr>
          <a:xfrm>
            <a:off x="320040" y="243840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qty × price · need-by · vendor · part #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4" name="Google Shape;544;p60"/>
          <p:cNvSpPr/>
          <p:nvPr/>
        </p:nvSpPr>
        <p:spPr>
          <a:xfrm>
            <a:off x="1737360" y="1417320"/>
            <a:ext cx="2742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60"/>
          <p:cNvSpPr/>
          <p:nvPr/>
        </p:nvSpPr>
        <p:spPr>
          <a:xfrm>
            <a:off x="2423160" y="1188720"/>
            <a:ext cx="777300" cy="777300"/>
          </a:xfrm>
          <a:prstGeom prst="ellipse">
            <a:avLst/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60"/>
          <p:cNvSpPr/>
          <p:nvPr/>
        </p:nvSpPr>
        <p:spPr>
          <a:xfrm>
            <a:off x="2057400" y="21488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Approve</a:t>
            </a:r>
            <a:endParaRPr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7" name="Google Shape;547;p60"/>
          <p:cNvSpPr/>
          <p:nvPr/>
        </p:nvSpPr>
        <p:spPr>
          <a:xfrm>
            <a:off x="2057400" y="243840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thresholds · Inventory? (TBD)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8" name="Google Shape;548;p60"/>
          <p:cNvSpPr/>
          <p:nvPr/>
        </p:nvSpPr>
        <p:spPr>
          <a:xfrm>
            <a:off x="3474720" y="1417320"/>
            <a:ext cx="2742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0"/>
          <p:cNvSpPr/>
          <p:nvPr/>
        </p:nvSpPr>
        <p:spPr>
          <a:xfrm>
            <a:off x="4160520" y="1188720"/>
            <a:ext cx="777300" cy="777300"/>
          </a:xfrm>
          <a:prstGeom prst="ellipse">
            <a:avLst/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60"/>
          <p:cNvSpPr/>
          <p:nvPr/>
        </p:nvSpPr>
        <p:spPr>
          <a:xfrm>
            <a:off x="3794760" y="21488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</a:t>
            </a:r>
            <a:endParaRPr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60"/>
          <p:cNvSpPr/>
          <p:nvPr/>
        </p:nvSpPr>
        <p:spPr>
          <a:xfrm>
            <a:off x="3794760" y="243840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</a:t>
            </a:r>
            <a:r>
              <a:rPr i="0" lang="en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approval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NetSuite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60"/>
          <p:cNvSpPr/>
          <p:nvPr/>
        </p:nvSpPr>
        <p:spPr>
          <a:xfrm>
            <a:off x="5212080" y="1417320"/>
            <a:ext cx="2742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60"/>
          <p:cNvSpPr/>
          <p:nvPr/>
        </p:nvSpPr>
        <p:spPr>
          <a:xfrm>
            <a:off x="5897880" y="1188720"/>
            <a:ext cx="777300" cy="777300"/>
          </a:xfrm>
          <a:prstGeom prst="ellipse">
            <a:avLst/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0"/>
          <p:cNvSpPr/>
          <p:nvPr/>
        </p:nvSpPr>
        <p:spPr>
          <a:xfrm>
            <a:off x="5532120" y="21488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Receive</a:t>
            </a:r>
            <a:endParaRPr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p60"/>
          <p:cNvSpPr/>
          <p:nvPr/>
        </p:nvSpPr>
        <p:spPr>
          <a:xfrm>
            <a:off x="5532120" y="243840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NetSuite or Ramp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6" name="Google Shape;556;p60"/>
          <p:cNvSpPr/>
          <p:nvPr/>
        </p:nvSpPr>
        <p:spPr>
          <a:xfrm>
            <a:off x="6949440" y="1417320"/>
            <a:ext cx="274200" cy="25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0"/>
          <p:cNvSpPr/>
          <p:nvPr/>
        </p:nvSpPr>
        <p:spPr>
          <a:xfrm>
            <a:off x="7635240" y="1188720"/>
            <a:ext cx="777300" cy="777300"/>
          </a:xfrm>
          <a:prstGeom prst="ellipse">
            <a:avLst/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0"/>
          <p:cNvSpPr/>
          <p:nvPr/>
        </p:nvSpPr>
        <p:spPr>
          <a:xfrm>
            <a:off x="7269480" y="21488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Match &amp; pay</a:t>
            </a:r>
            <a:endParaRPr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60"/>
          <p:cNvSpPr/>
          <p:nvPr/>
        </p:nvSpPr>
        <p:spPr>
          <a:xfrm>
            <a:off x="7269480" y="2438400"/>
            <a:ext cx="155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Order + receipt + invoice → pay</a:t>
            </a:r>
            <a:endParaRPr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0" name="Google Shape;560;p60"/>
          <p:cNvSpPr/>
          <p:nvPr/>
        </p:nvSpPr>
        <p:spPr>
          <a:xfrm>
            <a:off x="872418" y="1394276"/>
            <a:ext cx="404064" cy="366188"/>
          </a:xfrm>
          <a:custGeom>
            <a:rect b="b" l="l" r="r" t="t"/>
            <a:pathLst>
              <a:path extrusionOk="0" h="276368" w="304954">
                <a:moveTo>
                  <a:pt x="299895" y="42148"/>
                </a:moveTo>
                <a:lnTo>
                  <a:pt x="281892" y="24146"/>
                </a:lnTo>
                <a:cubicBezTo>
                  <a:pt x="275034" y="17336"/>
                  <a:pt x="263985" y="17336"/>
                  <a:pt x="257127" y="24146"/>
                </a:cubicBezTo>
                <a:lnTo>
                  <a:pt x="234601" y="46672"/>
                </a:lnTo>
                <a:lnTo>
                  <a:pt x="219218" y="62056"/>
                </a:lnTo>
                <a:lnTo>
                  <a:pt x="219218" y="4763"/>
                </a:lnTo>
                <a:cubicBezTo>
                  <a:pt x="219218" y="2143"/>
                  <a:pt x="217075" y="0"/>
                  <a:pt x="214456" y="0"/>
                </a:cubicBezTo>
                <a:lnTo>
                  <a:pt x="57198" y="0"/>
                </a:lnTo>
                <a:cubicBezTo>
                  <a:pt x="55912" y="0"/>
                  <a:pt x="54721" y="524"/>
                  <a:pt x="53816" y="1381"/>
                </a:cubicBezTo>
                <a:lnTo>
                  <a:pt x="1381" y="53816"/>
                </a:lnTo>
                <a:cubicBezTo>
                  <a:pt x="476" y="54721"/>
                  <a:pt x="0" y="55912"/>
                  <a:pt x="0" y="57198"/>
                </a:cubicBezTo>
                <a:lnTo>
                  <a:pt x="0" y="271606"/>
                </a:lnTo>
                <a:cubicBezTo>
                  <a:pt x="0" y="274225"/>
                  <a:pt x="2143" y="276368"/>
                  <a:pt x="4763" y="276368"/>
                </a:cubicBezTo>
                <a:lnTo>
                  <a:pt x="214408" y="276368"/>
                </a:lnTo>
                <a:cubicBezTo>
                  <a:pt x="217027" y="276368"/>
                  <a:pt x="219170" y="274225"/>
                  <a:pt x="219170" y="271606"/>
                </a:cubicBezTo>
                <a:lnTo>
                  <a:pt x="219170" y="147590"/>
                </a:lnTo>
                <a:lnTo>
                  <a:pt x="277321" y="89440"/>
                </a:lnTo>
                <a:lnTo>
                  <a:pt x="299847" y="66913"/>
                </a:lnTo>
                <a:cubicBezTo>
                  <a:pt x="306657" y="60055"/>
                  <a:pt x="306657" y="49006"/>
                  <a:pt x="299847" y="42148"/>
                </a:cubicBezTo>
                <a:close/>
                <a:moveTo>
                  <a:pt x="217837" y="76914"/>
                </a:moveTo>
                <a:lnTo>
                  <a:pt x="237982" y="56769"/>
                </a:lnTo>
                <a:lnTo>
                  <a:pt x="249269" y="68056"/>
                </a:lnTo>
                <a:lnTo>
                  <a:pt x="147923" y="169402"/>
                </a:lnTo>
                <a:lnTo>
                  <a:pt x="136636" y="158115"/>
                </a:lnTo>
                <a:lnTo>
                  <a:pt x="217837" y="76914"/>
                </a:lnTo>
                <a:close/>
                <a:moveTo>
                  <a:pt x="157258" y="192167"/>
                </a:moveTo>
                <a:lnTo>
                  <a:pt x="117586" y="206455"/>
                </a:lnTo>
                <a:lnTo>
                  <a:pt x="131874" y="166783"/>
                </a:lnTo>
                <a:lnTo>
                  <a:pt x="157258" y="192167"/>
                </a:lnTo>
                <a:close/>
                <a:moveTo>
                  <a:pt x="52483" y="16240"/>
                </a:moveTo>
                <a:lnTo>
                  <a:pt x="52483" y="52388"/>
                </a:lnTo>
                <a:lnTo>
                  <a:pt x="16335" y="52388"/>
                </a:lnTo>
                <a:lnTo>
                  <a:pt x="52483" y="16240"/>
                </a:lnTo>
                <a:close/>
                <a:moveTo>
                  <a:pt x="209741" y="266795"/>
                </a:moveTo>
                <a:lnTo>
                  <a:pt x="9620" y="266795"/>
                </a:lnTo>
                <a:lnTo>
                  <a:pt x="9620" y="61913"/>
                </a:lnTo>
                <a:lnTo>
                  <a:pt x="57245" y="61913"/>
                </a:lnTo>
                <a:cubicBezTo>
                  <a:pt x="59865" y="61913"/>
                  <a:pt x="62008" y="59769"/>
                  <a:pt x="62008" y="57150"/>
                </a:cubicBezTo>
                <a:lnTo>
                  <a:pt x="62008" y="9525"/>
                </a:lnTo>
                <a:lnTo>
                  <a:pt x="209741" y="9525"/>
                </a:lnTo>
                <a:lnTo>
                  <a:pt x="209741" y="71581"/>
                </a:lnTo>
                <a:lnTo>
                  <a:pt x="126587" y="154734"/>
                </a:lnTo>
                <a:cubicBezTo>
                  <a:pt x="126111" y="155210"/>
                  <a:pt x="125730" y="155829"/>
                  <a:pt x="125492" y="156496"/>
                </a:cubicBezTo>
                <a:lnTo>
                  <a:pt x="105251" y="212788"/>
                </a:lnTo>
                <a:cubicBezTo>
                  <a:pt x="104632" y="214503"/>
                  <a:pt x="105061" y="216456"/>
                  <a:pt x="106347" y="217789"/>
                </a:cubicBezTo>
                <a:cubicBezTo>
                  <a:pt x="107633" y="219075"/>
                  <a:pt x="109585" y="219551"/>
                  <a:pt x="111347" y="218885"/>
                </a:cubicBezTo>
                <a:lnTo>
                  <a:pt x="167640" y="198644"/>
                </a:lnTo>
                <a:cubicBezTo>
                  <a:pt x="168307" y="198406"/>
                  <a:pt x="168878" y="198025"/>
                  <a:pt x="169402" y="197549"/>
                </a:cubicBezTo>
                <a:lnTo>
                  <a:pt x="209788" y="157163"/>
                </a:lnTo>
                <a:lnTo>
                  <a:pt x="209788" y="266891"/>
                </a:lnTo>
                <a:close/>
                <a:moveTo>
                  <a:pt x="211122" y="142208"/>
                </a:moveTo>
                <a:lnTo>
                  <a:pt x="165926" y="187405"/>
                </a:lnTo>
                <a:lnTo>
                  <a:pt x="154639" y="176117"/>
                </a:lnTo>
                <a:lnTo>
                  <a:pt x="255984" y="74771"/>
                </a:lnTo>
                <a:lnTo>
                  <a:pt x="267271" y="86058"/>
                </a:lnTo>
                <a:lnTo>
                  <a:pt x="211122" y="142208"/>
                </a:lnTo>
                <a:close/>
                <a:moveTo>
                  <a:pt x="293180" y="60150"/>
                </a:moveTo>
                <a:lnTo>
                  <a:pt x="274034" y="79296"/>
                </a:lnTo>
                <a:lnTo>
                  <a:pt x="244745" y="50006"/>
                </a:lnTo>
                <a:lnTo>
                  <a:pt x="263890" y="30861"/>
                </a:lnTo>
                <a:cubicBezTo>
                  <a:pt x="266986" y="27765"/>
                  <a:pt x="272034" y="27765"/>
                  <a:pt x="275177" y="30861"/>
                </a:cubicBezTo>
                <a:lnTo>
                  <a:pt x="293180" y="48863"/>
                </a:lnTo>
                <a:cubicBezTo>
                  <a:pt x="296275" y="51959"/>
                  <a:pt x="296275" y="57007"/>
                  <a:pt x="293180" y="6015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60"/>
          <p:cNvSpPr/>
          <p:nvPr/>
        </p:nvSpPr>
        <p:spPr>
          <a:xfrm>
            <a:off x="2609777" y="1406858"/>
            <a:ext cx="404065" cy="341025"/>
          </a:xfrm>
          <a:custGeom>
            <a:rect b="b" l="l" r="r" t="t"/>
            <a:pathLst>
              <a:path extrusionOk="0" h="257377" w="304955">
                <a:moveTo>
                  <a:pt x="304813" y="252269"/>
                </a:moveTo>
                <a:cubicBezTo>
                  <a:pt x="305003" y="254889"/>
                  <a:pt x="303051" y="257175"/>
                  <a:pt x="300384" y="257365"/>
                </a:cubicBezTo>
                <a:cubicBezTo>
                  <a:pt x="297764" y="257556"/>
                  <a:pt x="295478" y="255556"/>
                  <a:pt x="295288" y="252936"/>
                </a:cubicBezTo>
                <a:cubicBezTo>
                  <a:pt x="294669" y="244078"/>
                  <a:pt x="290811" y="224742"/>
                  <a:pt x="284477" y="205740"/>
                </a:cubicBezTo>
                <a:cubicBezTo>
                  <a:pt x="281334" y="196262"/>
                  <a:pt x="277571" y="187071"/>
                  <a:pt x="273380" y="179403"/>
                </a:cubicBezTo>
                <a:cubicBezTo>
                  <a:pt x="269142" y="171640"/>
                  <a:pt x="264665" y="165925"/>
                  <a:pt x="260236" y="162973"/>
                </a:cubicBezTo>
                <a:cubicBezTo>
                  <a:pt x="250378" y="156305"/>
                  <a:pt x="240186" y="154162"/>
                  <a:pt x="231137" y="152209"/>
                </a:cubicBezTo>
                <a:cubicBezTo>
                  <a:pt x="226803" y="151257"/>
                  <a:pt x="222327" y="150304"/>
                  <a:pt x="218755" y="148637"/>
                </a:cubicBezTo>
                <a:cubicBezTo>
                  <a:pt x="214992" y="146923"/>
                  <a:pt x="211516" y="144256"/>
                  <a:pt x="209944" y="139636"/>
                </a:cubicBezTo>
                <a:cubicBezTo>
                  <a:pt x="209753" y="139017"/>
                  <a:pt x="209563" y="138446"/>
                  <a:pt x="209373" y="137827"/>
                </a:cubicBezTo>
                <a:cubicBezTo>
                  <a:pt x="207563" y="131493"/>
                  <a:pt x="209087" y="125539"/>
                  <a:pt x="211373" y="120491"/>
                </a:cubicBezTo>
                <a:cubicBezTo>
                  <a:pt x="213611" y="115586"/>
                  <a:pt x="216993" y="110633"/>
                  <a:pt x="219374" y="106728"/>
                </a:cubicBezTo>
                <a:cubicBezTo>
                  <a:pt x="226422" y="95250"/>
                  <a:pt x="229566" y="79105"/>
                  <a:pt x="229566" y="67961"/>
                </a:cubicBezTo>
                <a:cubicBezTo>
                  <a:pt x="229566" y="45005"/>
                  <a:pt x="210563" y="23860"/>
                  <a:pt x="187894" y="23860"/>
                </a:cubicBezTo>
                <a:cubicBezTo>
                  <a:pt x="185274" y="23860"/>
                  <a:pt x="181131" y="23860"/>
                  <a:pt x="176892" y="24384"/>
                </a:cubicBezTo>
                <a:cubicBezTo>
                  <a:pt x="185941" y="35814"/>
                  <a:pt x="191370" y="50149"/>
                  <a:pt x="191370" y="64818"/>
                </a:cubicBezTo>
                <a:cubicBezTo>
                  <a:pt x="191370" y="80248"/>
                  <a:pt x="186941" y="104156"/>
                  <a:pt x="176131" y="120348"/>
                </a:cubicBezTo>
                <a:cubicBezTo>
                  <a:pt x="171225" y="127683"/>
                  <a:pt x="168510" y="131635"/>
                  <a:pt x="166939" y="134588"/>
                </a:cubicBezTo>
                <a:cubicBezTo>
                  <a:pt x="165557" y="137160"/>
                  <a:pt x="165272" y="138541"/>
                  <a:pt x="165272" y="140684"/>
                </a:cubicBezTo>
                <a:cubicBezTo>
                  <a:pt x="165272" y="143637"/>
                  <a:pt x="165272" y="145637"/>
                  <a:pt x="166843" y="149066"/>
                </a:cubicBezTo>
                <a:cubicBezTo>
                  <a:pt x="167748" y="151019"/>
                  <a:pt x="169748" y="152686"/>
                  <a:pt x="173702" y="154114"/>
                </a:cubicBezTo>
                <a:cubicBezTo>
                  <a:pt x="177702" y="155543"/>
                  <a:pt x="182893" y="156400"/>
                  <a:pt x="189037" y="157305"/>
                </a:cubicBezTo>
                <a:cubicBezTo>
                  <a:pt x="200895" y="159067"/>
                  <a:pt x="216183" y="160925"/>
                  <a:pt x="228184" y="168878"/>
                </a:cubicBezTo>
                <a:cubicBezTo>
                  <a:pt x="233518" y="172450"/>
                  <a:pt x="237757" y="178260"/>
                  <a:pt x="241138" y="184785"/>
                </a:cubicBezTo>
                <a:cubicBezTo>
                  <a:pt x="244568" y="191405"/>
                  <a:pt x="247282" y="199168"/>
                  <a:pt x="249520" y="207169"/>
                </a:cubicBezTo>
                <a:cubicBezTo>
                  <a:pt x="253950" y="223171"/>
                  <a:pt x="256331" y="240506"/>
                  <a:pt x="257188" y="252222"/>
                </a:cubicBezTo>
                <a:cubicBezTo>
                  <a:pt x="257378" y="254841"/>
                  <a:pt x="255426" y="257127"/>
                  <a:pt x="252807" y="257318"/>
                </a:cubicBezTo>
                <a:cubicBezTo>
                  <a:pt x="250187" y="257508"/>
                  <a:pt x="247901" y="255556"/>
                  <a:pt x="247710" y="252889"/>
                </a:cubicBezTo>
                <a:cubicBezTo>
                  <a:pt x="246901" y="241649"/>
                  <a:pt x="244568" y="224933"/>
                  <a:pt x="240377" y="209645"/>
                </a:cubicBezTo>
                <a:cubicBezTo>
                  <a:pt x="238281" y="202025"/>
                  <a:pt x="235709" y="194881"/>
                  <a:pt x="232709" y="189071"/>
                </a:cubicBezTo>
                <a:cubicBezTo>
                  <a:pt x="229661" y="183166"/>
                  <a:pt x="226375" y="178975"/>
                  <a:pt x="222993" y="176736"/>
                </a:cubicBezTo>
                <a:cubicBezTo>
                  <a:pt x="213135" y="170212"/>
                  <a:pt x="200276" y="168497"/>
                  <a:pt x="187751" y="166640"/>
                </a:cubicBezTo>
                <a:cubicBezTo>
                  <a:pt x="181750" y="165735"/>
                  <a:pt x="175654" y="164782"/>
                  <a:pt x="170606" y="163020"/>
                </a:cubicBezTo>
                <a:cubicBezTo>
                  <a:pt x="165557" y="161211"/>
                  <a:pt x="160700" y="158305"/>
                  <a:pt x="158223" y="152971"/>
                </a:cubicBezTo>
                <a:cubicBezTo>
                  <a:pt x="155795" y="147685"/>
                  <a:pt x="155795" y="143970"/>
                  <a:pt x="155795" y="140636"/>
                </a:cubicBezTo>
                <a:cubicBezTo>
                  <a:pt x="155795" y="136827"/>
                  <a:pt x="156509" y="133874"/>
                  <a:pt x="158557" y="130064"/>
                </a:cubicBezTo>
                <a:cubicBezTo>
                  <a:pt x="160414" y="126587"/>
                  <a:pt x="163510" y="122063"/>
                  <a:pt x="168272" y="115014"/>
                </a:cubicBezTo>
                <a:cubicBezTo>
                  <a:pt x="177702" y="100965"/>
                  <a:pt x="181893" y="79105"/>
                  <a:pt x="181893" y="64818"/>
                </a:cubicBezTo>
                <a:cubicBezTo>
                  <a:pt x="181893" y="36147"/>
                  <a:pt x="157747" y="9525"/>
                  <a:pt x="128600" y="9525"/>
                </a:cubicBezTo>
                <a:cubicBezTo>
                  <a:pt x="99454" y="9525"/>
                  <a:pt x="75308" y="36147"/>
                  <a:pt x="75308" y="64818"/>
                </a:cubicBezTo>
                <a:cubicBezTo>
                  <a:pt x="75308" y="79105"/>
                  <a:pt x="79499" y="100965"/>
                  <a:pt x="88929" y="115014"/>
                </a:cubicBezTo>
                <a:cubicBezTo>
                  <a:pt x="93644" y="122063"/>
                  <a:pt x="96787" y="126587"/>
                  <a:pt x="98645" y="130064"/>
                </a:cubicBezTo>
                <a:cubicBezTo>
                  <a:pt x="100692" y="133921"/>
                  <a:pt x="101407" y="136827"/>
                  <a:pt x="101407" y="140636"/>
                </a:cubicBezTo>
                <a:cubicBezTo>
                  <a:pt x="101407" y="143970"/>
                  <a:pt x="101407" y="147685"/>
                  <a:pt x="98978" y="152971"/>
                </a:cubicBezTo>
                <a:cubicBezTo>
                  <a:pt x="96501" y="158353"/>
                  <a:pt x="91691" y="161258"/>
                  <a:pt x="86595" y="163020"/>
                </a:cubicBezTo>
                <a:cubicBezTo>
                  <a:pt x="81547" y="164782"/>
                  <a:pt x="75499" y="165735"/>
                  <a:pt x="69450" y="166640"/>
                </a:cubicBezTo>
                <a:cubicBezTo>
                  <a:pt x="56925" y="168497"/>
                  <a:pt x="44066" y="170164"/>
                  <a:pt x="34208" y="176736"/>
                </a:cubicBezTo>
                <a:cubicBezTo>
                  <a:pt x="30827" y="178975"/>
                  <a:pt x="27540" y="183166"/>
                  <a:pt x="24492" y="189071"/>
                </a:cubicBezTo>
                <a:cubicBezTo>
                  <a:pt x="21492" y="194929"/>
                  <a:pt x="18920" y="202025"/>
                  <a:pt x="16825" y="209645"/>
                </a:cubicBezTo>
                <a:cubicBezTo>
                  <a:pt x="12586" y="224885"/>
                  <a:pt x="10300" y="241602"/>
                  <a:pt x="9491" y="252889"/>
                </a:cubicBezTo>
                <a:cubicBezTo>
                  <a:pt x="9300" y="255508"/>
                  <a:pt x="7014" y="257508"/>
                  <a:pt x="4394" y="257318"/>
                </a:cubicBezTo>
                <a:cubicBezTo>
                  <a:pt x="1775" y="257127"/>
                  <a:pt x="-177" y="254841"/>
                  <a:pt x="13" y="252222"/>
                </a:cubicBezTo>
                <a:cubicBezTo>
                  <a:pt x="870" y="240506"/>
                  <a:pt x="3252" y="223123"/>
                  <a:pt x="7681" y="207169"/>
                </a:cubicBezTo>
                <a:cubicBezTo>
                  <a:pt x="9919" y="199168"/>
                  <a:pt x="12634" y="191405"/>
                  <a:pt x="16062" y="184785"/>
                </a:cubicBezTo>
                <a:cubicBezTo>
                  <a:pt x="19444" y="178260"/>
                  <a:pt x="23635" y="172402"/>
                  <a:pt x="29017" y="168878"/>
                </a:cubicBezTo>
                <a:cubicBezTo>
                  <a:pt x="41018" y="160925"/>
                  <a:pt x="56306" y="159067"/>
                  <a:pt x="68164" y="157305"/>
                </a:cubicBezTo>
                <a:cubicBezTo>
                  <a:pt x="74356" y="156400"/>
                  <a:pt x="79499" y="155543"/>
                  <a:pt x="83500" y="154114"/>
                </a:cubicBezTo>
                <a:cubicBezTo>
                  <a:pt x="87500" y="152733"/>
                  <a:pt x="89453" y="151066"/>
                  <a:pt x="90358" y="149066"/>
                </a:cubicBezTo>
                <a:cubicBezTo>
                  <a:pt x="91929" y="145637"/>
                  <a:pt x="91929" y="143637"/>
                  <a:pt x="91929" y="140684"/>
                </a:cubicBezTo>
                <a:cubicBezTo>
                  <a:pt x="91929" y="138493"/>
                  <a:pt x="91644" y="137112"/>
                  <a:pt x="90263" y="134588"/>
                </a:cubicBezTo>
                <a:cubicBezTo>
                  <a:pt x="88691" y="131683"/>
                  <a:pt x="85976" y="127683"/>
                  <a:pt x="81071" y="120348"/>
                </a:cubicBezTo>
                <a:cubicBezTo>
                  <a:pt x="70213" y="104203"/>
                  <a:pt x="65831" y="80248"/>
                  <a:pt x="65831" y="64818"/>
                </a:cubicBezTo>
                <a:cubicBezTo>
                  <a:pt x="65831" y="31432"/>
                  <a:pt x="93691" y="0"/>
                  <a:pt x="128648" y="0"/>
                </a:cubicBezTo>
                <a:cubicBezTo>
                  <a:pt x="144269" y="0"/>
                  <a:pt x="158509" y="6334"/>
                  <a:pt x="169415" y="16240"/>
                </a:cubicBezTo>
                <a:cubicBezTo>
                  <a:pt x="169748" y="16050"/>
                  <a:pt x="170082" y="15859"/>
                  <a:pt x="170463" y="15764"/>
                </a:cubicBezTo>
                <a:cubicBezTo>
                  <a:pt x="177226" y="14240"/>
                  <a:pt x="184560" y="14288"/>
                  <a:pt x="187989" y="14288"/>
                </a:cubicBezTo>
                <a:cubicBezTo>
                  <a:pt x="216612" y="14288"/>
                  <a:pt x="239186" y="40386"/>
                  <a:pt x="239186" y="67913"/>
                </a:cubicBezTo>
                <a:cubicBezTo>
                  <a:pt x="239186" y="80296"/>
                  <a:pt x="235804" y="98298"/>
                  <a:pt x="227613" y="111680"/>
                </a:cubicBezTo>
                <a:cubicBezTo>
                  <a:pt x="224803" y="116253"/>
                  <a:pt x="222041" y="120205"/>
                  <a:pt x="220136" y="124396"/>
                </a:cubicBezTo>
                <a:cubicBezTo>
                  <a:pt x="218279" y="128444"/>
                  <a:pt x="217659" y="131921"/>
                  <a:pt x="218612" y="135159"/>
                </a:cubicBezTo>
                <a:cubicBezTo>
                  <a:pt x="218755" y="135588"/>
                  <a:pt x="218898" y="136064"/>
                  <a:pt x="219041" y="136493"/>
                </a:cubicBezTo>
                <a:cubicBezTo>
                  <a:pt x="219469" y="137779"/>
                  <a:pt x="220421" y="138827"/>
                  <a:pt x="222755" y="139922"/>
                </a:cubicBezTo>
                <a:cubicBezTo>
                  <a:pt x="225279" y="141065"/>
                  <a:pt x="228660" y="141827"/>
                  <a:pt x="233281" y="142827"/>
                </a:cubicBezTo>
                <a:cubicBezTo>
                  <a:pt x="242139" y="144732"/>
                  <a:pt x="254140" y="147161"/>
                  <a:pt x="265713" y="155019"/>
                </a:cubicBezTo>
                <a:cubicBezTo>
                  <a:pt x="272000" y="159258"/>
                  <a:pt x="277381" y="166544"/>
                  <a:pt x="281858" y="174784"/>
                </a:cubicBezTo>
                <a:cubicBezTo>
                  <a:pt x="286430" y="183118"/>
                  <a:pt x="290383" y="192881"/>
                  <a:pt x="293669" y="202644"/>
                </a:cubicBezTo>
                <a:cubicBezTo>
                  <a:pt x="300193" y="222123"/>
                  <a:pt x="304241" y="242316"/>
                  <a:pt x="304956" y="25217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60"/>
          <p:cNvSpPr/>
          <p:nvPr/>
        </p:nvSpPr>
        <p:spPr>
          <a:xfrm>
            <a:off x="4346948" y="1328461"/>
            <a:ext cx="404444" cy="497818"/>
          </a:xfrm>
          <a:custGeom>
            <a:rect b="b" l="l" r="r" t="t"/>
            <a:pathLst>
              <a:path extrusionOk="0" h="304942" w="247745">
                <a:moveTo>
                  <a:pt x="242983" y="28575"/>
                </a:moveTo>
                <a:lnTo>
                  <a:pt x="219170" y="28575"/>
                </a:lnTo>
                <a:lnTo>
                  <a:pt x="219170" y="4763"/>
                </a:lnTo>
                <a:cubicBezTo>
                  <a:pt x="219170" y="2143"/>
                  <a:pt x="217027" y="0"/>
                  <a:pt x="214408" y="0"/>
                </a:cubicBezTo>
                <a:lnTo>
                  <a:pt x="4763" y="0"/>
                </a:lnTo>
                <a:cubicBezTo>
                  <a:pt x="2143" y="0"/>
                  <a:pt x="0" y="2143"/>
                  <a:pt x="0" y="4763"/>
                </a:cubicBezTo>
                <a:lnTo>
                  <a:pt x="0" y="271605"/>
                </a:lnTo>
                <a:cubicBezTo>
                  <a:pt x="0" y="274225"/>
                  <a:pt x="2143" y="276368"/>
                  <a:pt x="4763" y="276368"/>
                </a:cubicBezTo>
                <a:lnTo>
                  <a:pt x="28575" y="276368"/>
                </a:lnTo>
                <a:lnTo>
                  <a:pt x="28575" y="300180"/>
                </a:lnTo>
                <a:cubicBezTo>
                  <a:pt x="28575" y="302800"/>
                  <a:pt x="30718" y="304943"/>
                  <a:pt x="33338" y="304943"/>
                </a:cubicBezTo>
                <a:lnTo>
                  <a:pt x="242983" y="304943"/>
                </a:lnTo>
                <a:cubicBezTo>
                  <a:pt x="245602" y="304943"/>
                  <a:pt x="247745" y="302800"/>
                  <a:pt x="247745" y="300180"/>
                </a:cubicBezTo>
                <a:lnTo>
                  <a:pt x="247745" y="33338"/>
                </a:lnTo>
                <a:cubicBezTo>
                  <a:pt x="247745" y="30718"/>
                  <a:pt x="245602" y="28575"/>
                  <a:pt x="242983" y="28575"/>
                </a:cubicBezTo>
                <a:close/>
                <a:moveTo>
                  <a:pt x="238220" y="295418"/>
                </a:moveTo>
                <a:lnTo>
                  <a:pt x="38100" y="295418"/>
                </a:lnTo>
                <a:lnTo>
                  <a:pt x="38100" y="276368"/>
                </a:lnTo>
                <a:lnTo>
                  <a:pt x="214408" y="276368"/>
                </a:lnTo>
                <a:cubicBezTo>
                  <a:pt x="217027" y="276368"/>
                  <a:pt x="219170" y="274225"/>
                  <a:pt x="219170" y="271605"/>
                </a:cubicBezTo>
                <a:lnTo>
                  <a:pt x="219170" y="38148"/>
                </a:lnTo>
                <a:lnTo>
                  <a:pt x="238220" y="38148"/>
                </a:lnTo>
                <a:lnTo>
                  <a:pt x="238220" y="295466"/>
                </a:lnTo>
                <a:close/>
                <a:moveTo>
                  <a:pt x="9525" y="9525"/>
                </a:moveTo>
                <a:lnTo>
                  <a:pt x="209645" y="9525"/>
                </a:lnTo>
                <a:lnTo>
                  <a:pt x="209645" y="266843"/>
                </a:lnTo>
                <a:lnTo>
                  <a:pt x="9525" y="266843"/>
                </a:lnTo>
                <a:lnTo>
                  <a:pt x="9525" y="9525"/>
                </a:lnTo>
                <a:close/>
                <a:moveTo>
                  <a:pt x="114348" y="47625"/>
                </a:moveTo>
                <a:cubicBezTo>
                  <a:pt x="114348" y="45006"/>
                  <a:pt x="116491" y="42863"/>
                  <a:pt x="119110" y="42863"/>
                </a:cubicBezTo>
                <a:lnTo>
                  <a:pt x="185833" y="42863"/>
                </a:lnTo>
                <a:cubicBezTo>
                  <a:pt x="188452" y="42863"/>
                  <a:pt x="190595" y="45006"/>
                  <a:pt x="190595" y="47625"/>
                </a:cubicBezTo>
                <a:cubicBezTo>
                  <a:pt x="190595" y="50244"/>
                  <a:pt x="188452" y="52388"/>
                  <a:pt x="185833" y="52388"/>
                </a:cubicBezTo>
                <a:lnTo>
                  <a:pt x="119110" y="52388"/>
                </a:lnTo>
                <a:cubicBezTo>
                  <a:pt x="116491" y="52388"/>
                  <a:pt x="114348" y="50244"/>
                  <a:pt x="114348" y="47625"/>
                </a:cubicBezTo>
                <a:close/>
                <a:moveTo>
                  <a:pt x="114348" y="85725"/>
                </a:moveTo>
                <a:cubicBezTo>
                  <a:pt x="114348" y="83106"/>
                  <a:pt x="116491" y="80963"/>
                  <a:pt x="119110" y="80963"/>
                </a:cubicBezTo>
                <a:lnTo>
                  <a:pt x="185833" y="80963"/>
                </a:lnTo>
                <a:cubicBezTo>
                  <a:pt x="188452" y="80963"/>
                  <a:pt x="190595" y="83106"/>
                  <a:pt x="190595" y="85725"/>
                </a:cubicBezTo>
                <a:cubicBezTo>
                  <a:pt x="190595" y="88344"/>
                  <a:pt x="188452" y="90488"/>
                  <a:pt x="185833" y="90488"/>
                </a:cubicBezTo>
                <a:lnTo>
                  <a:pt x="119110" y="90488"/>
                </a:lnTo>
                <a:cubicBezTo>
                  <a:pt x="116491" y="90488"/>
                  <a:pt x="114348" y="88344"/>
                  <a:pt x="114348" y="85725"/>
                </a:cubicBezTo>
                <a:close/>
                <a:moveTo>
                  <a:pt x="114348" y="123825"/>
                </a:moveTo>
                <a:cubicBezTo>
                  <a:pt x="114348" y="121206"/>
                  <a:pt x="116491" y="119063"/>
                  <a:pt x="119110" y="119063"/>
                </a:cubicBezTo>
                <a:lnTo>
                  <a:pt x="185833" y="119063"/>
                </a:lnTo>
                <a:cubicBezTo>
                  <a:pt x="188452" y="119063"/>
                  <a:pt x="190595" y="121206"/>
                  <a:pt x="190595" y="123825"/>
                </a:cubicBezTo>
                <a:cubicBezTo>
                  <a:pt x="190595" y="126444"/>
                  <a:pt x="188452" y="128588"/>
                  <a:pt x="185833" y="128588"/>
                </a:cubicBezTo>
                <a:lnTo>
                  <a:pt x="119110" y="128588"/>
                </a:lnTo>
                <a:cubicBezTo>
                  <a:pt x="116491" y="128588"/>
                  <a:pt x="114348" y="126444"/>
                  <a:pt x="114348" y="123825"/>
                </a:cubicBezTo>
                <a:close/>
                <a:moveTo>
                  <a:pt x="28575" y="190548"/>
                </a:moveTo>
                <a:cubicBezTo>
                  <a:pt x="28575" y="187928"/>
                  <a:pt x="30718" y="185785"/>
                  <a:pt x="33338" y="185785"/>
                </a:cubicBezTo>
                <a:lnTo>
                  <a:pt x="185833" y="185785"/>
                </a:lnTo>
                <a:cubicBezTo>
                  <a:pt x="188452" y="185785"/>
                  <a:pt x="190595" y="187928"/>
                  <a:pt x="190595" y="190548"/>
                </a:cubicBezTo>
                <a:cubicBezTo>
                  <a:pt x="190595" y="193167"/>
                  <a:pt x="188452" y="195310"/>
                  <a:pt x="185833" y="195310"/>
                </a:cubicBezTo>
                <a:lnTo>
                  <a:pt x="33338" y="195310"/>
                </a:lnTo>
                <a:cubicBezTo>
                  <a:pt x="30718" y="195310"/>
                  <a:pt x="28575" y="193167"/>
                  <a:pt x="28575" y="190548"/>
                </a:cubicBezTo>
                <a:close/>
                <a:moveTo>
                  <a:pt x="33338" y="233410"/>
                </a:moveTo>
                <a:cubicBezTo>
                  <a:pt x="30718" y="233410"/>
                  <a:pt x="28575" y="231267"/>
                  <a:pt x="28575" y="228648"/>
                </a:cubicBezTo>
                <a:cubicBezTo>
                  <a:pt x="28575" y="226028"/>
                  <a:pt x="30718" y="223885"/>
                  <a:pt x="33338" y="223885"/>
                </a:cubicBezTo>
                <a:lnTo>
                  <a:pt x="186547" y="223885"/>
                </a:lnTo>
                <a:cubicBezTo>
                  <a:pt x="189167" y="223885"/>
                  <a:pt x="191310" y="226028"/>
                  <a:pt x="191310" y="228648"/>
                </a:cubicBezTo>
                <a:cubicBezTo>
                  <a:pt x="191310" y="231267"/>
                  <a:pt x="189167" y="233410"/>
                  <a:pt x="186547" y="233410"/>
                </a:cubicBezTo>
                <a:lnTo>
                  <a:pt x="33338" y="233410"/>
                </a:lnTo>
                <a:close/>
                <a:moveTo>
                  <a:pt x="40005" y="129540"/>
                </a:moveTo>
                <a:cubicBezTo>
                  <a:pt x="35481" y="124444"/>
                  <a:pt x="33338" y="118205"/>
                  <a:pt x="33338" y="113538"/>
                </a:cubicBezTo>
                <a:cubicBezTo>
                  <a:pt x="33338" y="110919"/>
                  <a:pt x="35481" y="108776"/>
                  <a:pt x="38100" y="108776"/>
                </a:cubicBezTo>
                <a:cubicBezTo>
                  <a:pt x="40719" y="108776"/>
                  <a:pt x="42863" y="110919"/>
                  <a:pt x="42863" y="113538"/>
                </a:cubicBezTo>
                <a:cubicBezTo>
                  <a:pt x="42863" y="115681"/>
                  <a:pt x="44053" y="119729"/>
                  <a:pt x="47149" y="123206"/>
                </a:cubicBezTo>
                <a:cubicBezTo>
                  <a:pt x="50102" y="126492"/>
                  <a:pt x="54769" y="129302"/>
                  <a:pt x="61913" y="129302"/>
                </a:cubicBezTo>
                <a:cubicBezTo>
                  <a:pt x="70438" y="129302"/>
                  <a:pt x="75057" y="126778"/>
                  <a:pt x="77534" y="124206"/>
                </a:cubicBezTo>
                <a:cubicBezTo>
                  <a:pt x="80105" y="121539"/>
                  <a:pt x="80963" y="118253"/>
                  <a:pt x="80963" y="115824"/>
                </a:cubicBezTo>
                <a:cubicBezTo>
                  <a:pt x="80963" y="113729"/>
                  <a:pt x="80343" y="111538"/>
                  <a:pt x="77676" y="109014"/>
                </a:cubicBezTo>
                <a:cubicBezTo>
                  <a:pt x="74819" y="106251"/>
                  <a:pt x="69580" y="103108"/>
                  <a:pt x="60293" y="99774"/>
                </a:cubicBezTo>
                <a:cubicBezTo>
                  <a:pt x="50483" y="96250"/>
                  <a:pt x="44196" y="92488"/>
                  <a:pt x="40434" y="88154"/>
                </a:cubicBezTo>
                <a:cubicBezTo>
                  <a:pt x="36433" y="83582"/>
                  <a:pt x="35671" y="78867"/>
                  <a:pt x="35671" y="74771"/>
                </a:cubicBezTo>
                <a:cubicBezTo>
                  <a:pt x="35671" y="71628"/>
                  <a:pt x="36386" y="65913"/>
                  <a:pt x="40196" y="60865"/>
                </a:cubicBezTo>
                <a:cubicBezTo>
                  <a:pt x="43577" y="56388"/>
                  <a:pt x="49054" y="53007"/>
                  <a:pt x="57102" y="52054"/>
                </a:cubicBezTo>
                <a:lnTo>
                  <a:pt x="57102" y="38100"/>
                </a:lnTo>
                <a:cubicBezTo>
                  <a:pt x="57102" y="35481"/>
                  <a:pt x="59246" y="33338"/>
                  <a:pt x="61865" y="33338"/>
                </a:cubicBezTo>
                <a:cubicBezTo>
                  <a:pt x="64484" y="33338"/>
                  <a:pt x="66627" y="35481"/>
                  <a:pt x="66627" y="38100"/>
                </a:cubicBezTo>
                <a:lnTo>
                  <a:pt x="66627" y="52054"/>
                </a:lnTo>
                <a:cubicBezTo>
                  <a:pt x="82963" y="54054"/>
                  <a:pt x="90440" y="66008"/>
                  <a:pt x="90440" y="74771"/>
                </a:cubicBezTo>
                <a:cubicBezTo>
                  <a:pt x="90440" y="77391"/>
                  <a:pt x="88297" y="79534"/>
                  <a:pt x="85677" y="79534"/>
                </a:cubicBezTo>
                <a:cubicBezTo>
                  <a:pt x="83058" y="79534"/>
                  <a:pt x="80915" y="77391"/>
                  <a:pt x="80915" y="74771"/>
                </a:cubicBezTo>
                <a:cubicBezTo>
                  <a:pt x="80915" y="70676"/>
                  <a:pt x="76486" y="61293"/>
                  <a:pt x="61865" y="61293"/>
                </a:cubicBezTo>
                <a:cubicBezTo>
                  <a:pt x="53578" y="61293"/>
                  <a:pt x="49721" y="64103"/>
                  <a:pt x="47816" y="66627"/>
                </a:cubicBezTo>
                <a:cubicBezTo>
                  <a:pt x="45720" y="69437"/>
                  <a:pt x="45196" y="72819"/>
                  <a:pt x="45196" y="74771"/>
                </a:cubicBezTo>
                <a:cubicBezTo>
                  <a:pt x="45196" y="77486"/>
                  <a:pt x="45625" y="79629"/>
                  <a:pt x="47577" y="81915"/>
                </a:cubicBezTo>
                <a:cubicBezTo>
                  <a:pt x="49768" y="84439"/>
                  <a:pt x="54245" y="87535"/>
                  <a:pt x="63484" y="90821"/>
                </a:cubicBezTo>
                <a:cubicBezTo>
                  <a:pt x="73295" y="94345"/>
                  <a:pt x="79963" y="98060"/>
                  <a:pt x="84249" y="102156"/>
                </a:cubicBezTo>
                <a:cubicBezTo>
                  <a:pt x="88725" y="106442"/>
                  <a:pt x="90488" y="111109"/>
                  <a:pt x="90488" y="115872"/>
                </a:cubicBezTo>
                <a:cubicBezTo>
                  <a:pt x="90488" y="120301"/>
                  <a:pt x="88963" y="126111"/>
                  <a:pt x="84392" y="130874"/>
                </a:cubicBezTo>
                <a:cubicBezTo>
                  <a:pt x="80486" y="134922"/>
                  <a:pt x="74676" y="137827"/>
                  <a:pt x="66675" y="138636"/>
                </a:cubicBezTo>
                <a:lnTo>
                  <a:pt x="66675" y="152495"/>
                </a:lnTo>
                <a:cubicBezTo>
                  <a:pt x="66675" y="155115"/>
                  <a:pt x="64532" y="157258"/>
                  <a:pt x="61913" y="157258"/>
                </a:cubicBezTo>
                <a:cubicBezTo>
                  <a:pt x="59293" y="157258"/>
                  <a:pt x="57150" y="155115"/>
                  <a:pt x="57150" y="152495"/>
                </a:cubicBezTo>
                <a:lnTo>
                  <a:pt x="57150" y="138541"/>
                </a:lnTo>
                <a:cubicBezTo>
                  <a:pt x="49578" y="137493"/>
                  <a:pt x="43910" y="133969"/>
                  <a:pt x="40005" y="1295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60"/>
          <p:cNvSpPr/>
          <p:nvPr/>
        </p:nvSpPr>
        <p:spPr>
          <a:xfrm>
            <a:off x="6084226" y="1337609"/>
            <a:ext cx="404607" cy="479523"/>
          </a:xfrm>
          <a:custGeom>
            <a:rect b="b" l="l" r="r" t="t"/>
            <a:pathLst>
              <a:path extrusionOk="0" h="304943" w="257302">
                <a:moveTo>
                  <a:pt x="114300" y="41624"/>
                </a:moveTo>
                <a:lnTo>
                  <a:pt x="114300" y="4763"/>
                </a:lnTo>
                <a:cubicBezTo>
                  <a:pt x="114300" y="2143"/>
                  <a:pt x="116443" y="0"/>
                  <a:pt x="119063" y="0"/>
                </a:cubicBezTo>
                <a:cubicBezTo>
                  <a:pt x="121682" y="0"/>
                  <a:pt x="123825" y="2143"/>
                  <a:pt x="123825" y="4763"/>
                </a:cubicBezTo>
                <a:lnTo>
                  <a:pt x="123825" y="41624"/>
                </a:lnTo>
                <a:cubicBezTo>
                  <a:pt x="123825" y="44244"/>
                  <a:pt x="121682" y="46387"/>
                  <a:pt x="119063" y="46387"/>
                </a:cubicBezTo>
                <a:cubicBezTo>
                  <a:pt x="116443" y="46387"/>
                  <a:pt x="114300" y="44244"/>
                  <a:pt x="114300" y="41624"/>
                </a:cubicBezTo>
                <a:close/>
                <a:moveTo>
                  <a:pt x="180165" y="48959"/>
                </a:moveTo>
                <a:lnTo>
                  <a:pt x="199215" y="21812"/>
                </a:lnTo>
                <a:cubicBezTo>
                  <a:pt x="200739" y="19669"/>
                  <a:pt x="200216" y="16669"/>
                  <a:pt x="198072" y="15192"/>
                </a:cubicBezTo>
                <a:cubicBezTo>
                  <a:pt x="195929" y="13669"/>
                  <a:pt x="192929" y="14192"/>
                  <a:pt x="191453" y="16336"/>
                </a:cubicBezTo>
                <a:lnTo>
                  <a:pt x="172403" y="43482"/>
                </a:lnTo>
                <a:cubicBezTo>
                  <a:pt x="170879" y="45625"/>
                  <a:pt x="171402" y="48625"/>
                  <a:pt x="173546" y="50102"/>
                </a:cubicBezTo>
                <a:cubicBezTo>
                  <a:pt x="175689" y="51578"/>
                  <a:pt x="178689" y="51102"/>
                  <a:pt x="180165" y="48959"/>
                </a:cubicBezTo>
                <a:close/>
                <a:moveTo>
                  <a:pt x="57341" y="48911"/>
                </a:moveTo>
                <a:cubicBezTo>
                  <a:pt x="58817" y="51102"/>
                  <a:pt x="61769" y="51673"/>
                  <a:pt x="63961" y="50197"/>
                </a:cubicBezTo>
                <a:cubicBezTo>
                  <a:pt x="66151" y="48721"/>
                  <a:pt x="66723" y="45768"/>
                  <a:pt x="65247" y="43577"/>
                </a:cubicBezTo>
                <a:lnTo>
                  <a:pt x="46815" y="16431"/>
                </a:lnTo>
                <a:cubicBezTo>
                  <a:pt x="45339" y="14240"/>
                  <a:pt x="42386" y="13669"/>
                  <a:pt x="40196" y="15145"/>
                </a:cubicBezTo>
                <a:cubicBezTo>
                  <a:pt x="38005" y="16621"/>
                  <a:pt x="37433" y="19574"/>
                  <a:pt x="38910" y="21765"/>
                </a:cubicBezTo>
                <a:lnTo>
                  <a:pt x="57341" y="48911"/>
                </a:lnTo>
                <a:close/>
                <a:moveTo>
                  <a:pt x="256223" y="92250"/>
                </a:moveTo>
                <a:lnTo>
                  <a:pt x="224790" y="130969"/>
                </a:lnTo>
                <a:cubicBezTo>
                  <a:pt x="233315" y="147399"/>
                  <a:pt x="238220" y="166069"/>
                  <a:pt x="238220" y="185833"/>
                </a:cubicBezTo>
                <a:cubicBezTo>
                  <a:pt x="238220" y="251603"/>
                  <a:pt x="184881" y="304943"/>
                  <a:pt x="119110" y="304943"/>
                </a:cubicBezTo>
                <a:cubicBezTo>
                  <a:pt x="53340" y="304943"/>
                  <a:pt x="0" y="251603"/>
                  <a:pt x="0" y="185833"/>
                </a:cubicBezTo>
                <a:cubicBezTo>
                  <a:pt x="0" y="120063"/>
                  <a:pt x="53340" y="66723"/>
                  <a:pt x="119110" y="66723"/>
                </a:cubicBezTo>
                <a:cubicBezTo>
                  <a:pt x="147542" y="66723"/>
                  <a:pt x="173546" y="76772"/>
                  <a:pt x="194024" y="93345"/>
                </a:cubicBezTo>
                <a:lnTo>
                  <a:pt x="218694" y="63675"/>
                </a:lnTo>
                <a:cubicBezTo>
                  <a:pt x="220313" y="61722"/>
                  <a:pt x="223171" y="61389"/>
                  <a:pt x="225219" y="62913"/>
                </a:cubicBezTo>
                <a:lnTo>
                  <a:pt x="255413" y="85439"/>
                </a:lnTo>
                <a:cubicBezTo>
                  <a:pt x="256461" y="86201"/>
                  <a:pt x="257127" y="87392"/>
                  <a:pt x="257270" y="88678"/>
                </a:cubicBezTo>
                <a:cubicBezTo>
                  <a:pt x="257413" y="89964"/>
                  <a:pt x="257080" y="91250"/>
                  <a:pt x="256223" y="92250"/>
                </a:cubicBezTo>
                <a:close/>
                <a:moveTo>
                  <a:pt x="218218" y="139065"/>
                </a:moveTo>
                <a:lnTo>
                  <a:pt x="123682" y="255556"/>
                </a:lnTo>
                <a:cubicBezTo>
                  <a:pt x="122873" y="256556"/>
                  <a:pt x="121634" y="257223"/>
                  <a:pt x="120348" y="257318"/>
                </a:cubicBezTo>
                <a:cubicBezTo>
                  <a:pt x="119015" y="257413"/>
                  <a:pt x="117729" y="256937"/>
                  <a:pt x="116777" y="256080"/>
                </a:cubicBezTo>
                <a:lnTo>
                  <a:pt x="39624" y="184976"/>
                </a:lnTo>
                <a:cubicBezTo>
                  <a:pt x="38671" y="184118"/>
                  <a:pt x="38148" y="182928"/>
                  <a:pt x="38100" y="181642"/>
                </a:cubicBezTo>
                <a:cubicBezTo>
                  <a:pt x="38052" y="180356"/>
                  <a:pt x="38528" y="179166"/>
                  <a:pt x="39386" y="178213"/>
                </a:cubicBezTo>
                <a:lnTo>
                  <a:pt x="65104" y="150543"/>
                </a:lnTo>
                <a:cubicBezTo>
                  <a:pt x="66866" y="148638"/>
                  <a:pt x="69866" y="148495"/>
                  <a:pt x="71818" y="150257"/>
                </a:cubicBezTo>
                <a:lnTo>
                  <a:pt x="114395" y="189167"/>
                </a:lnTo>
                <a:lnTo>
                  <a:pt x="187928" y="100679"/>
                </a:lnTo>
                <a:cubicBezTo>
                  <a:pt x="169116" y="85439"/>
                  <a:pt x="145209" y="76248"/>
                  <a:pt x="119110" y="76248"/>
                </a:cubicBezTo>
                <a:cubicBezTo>
                  <a:pt x="58579" y="76248"/>
                  <a:pt x="9525" y="125301"/>
                  <a:pt x="9525" y="185833"/>
                </a:cubicBezTo>
                <a:cubicBezTo>
                  <a:pt x="9525" y="246364"/>
                  <a:pt x="58579" y="295418"/>
                  <a:pt x="119110" y="295418"/>
                </a:cubicBezTo>
                <a:cubicBezTo>
                  <a:pt x="179641" y="295418"/>
                  <a:pt x="228695" y="246364"/>
                  <a:pt x="228695" y="185833"/>
                </a:cubicBezTo>
                <a:cubicBezTo>
                  <a:pt x="228695" y="169069"/>
                  <a:pt x="224933" y="153258"/>
                  <a:pt x="218218" y="139065"/>
                </a:cubicBezTo>
                <a:close/>
                <a:moveTo>
                  <a:pt x="245697" y="90107"/>
                </a:moveTo>
                <a:lnTo>
                  <a:pt x="223123" y="73247"/>
                </a:lnTo>
                <a:lnTo>
                  <a:pt x="198358" y="103061"/>
                </a:lnTo>
                <a:lnTo>
                  <a:pt x="118539" y="199120"/>
                </a:lnTo>
                <a:cubicBezTo>
                  <a:pt x="117729" y="200120"/>
                  <a:pt x="116491" y="200739"/>
                  <a:pt x="115205" y="200835"/>
                </a:cubicBezTo>
                <a:cubicBezTo>
                  <a:pt x="113919" y="200930"/>
                  <a:pt x="112633" y="200454"/>
                  <a:pt x="111681" y="199597"/>
                </a:cubicBezTo>
                <a:lnTo>
                  <a:pt x="68913" y="160496"/>
                </a:lnTo>
                <a:lnTo>
                  <a:pt x="49673" y="181166"/>
                </a:lnTo>
                <a:lnTo>
                  <a:pt x="119539" y="245602"/>
                </a:lnTo>
                <a:lnTo>
                  <a:pt x="215455" y="127397"/>
                </a:lnTo>
                <a:lnTo>
                  <a:pt x="245697" y="9010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60"/>
          <p:cNvSpPr/>
          <p:nvPr/>
        </p:nvSpPr>
        <p:spPr>
          <a:xfrm>
            <a:off x="7821486" y="1353999"/>
            <a:ext cx="404809" cy="446741"/>
          </a:xfrm>
          <a:custGeom>
            <a:rect b="b" l="l" r="r" t="t"/>
            <a:pathLst>
              <a:path extrusionOk="0" h="304943" w="276320">
                <a:moveTo>
                  <a:pt x="47816" y="66627"/>
                </a:moveTo>
                <a:cubicBezTo>
                  <a:pt x="45720" y="69437"/>
                  <a:pt x="45196" y="72819"/>
                  <a:pt x="45196" y="74771"/>
                </a:cubicBezTo>
                <a:cubicBezTo>
                  <a:pt x="45196" y="77486"/>
                  <a:pt x="45625" y="79629"/>
                  <a:pt x="47577" y="81915"/>
                </a:cubicBezTo>
                <a:cubicBezTo>
                  <a:pt x="49768" y="84439"/>
                  <a:pt x="54245" y="87535"/>
                  <a:pt x="63484" y="90821"/>
                </a:cubicBezTo>
                <a:cubicBezTo>
                  <a:pt x="73295" y="94345"/>
                  <a:pt x="79963" y="98060"/>
                  <a:pt x="84249" y="102156"/>
                </a:cubicBezTo>
                <a:cubicBezTo>
                  <a:pt x="88725" y="106442"/>
                  <a:pt x="90488" y="111109"/>
                  <a:pt x="90488" y="115872"/>
                </a:cubicBezTo>
                <a:cubicBezTo>
                  <a:pt x="90488" y="120301"/>
                  <a:pt x="88964" y="126111"/>
                  <a:pt x="84391" y="130874"/>
                </a:cubicBezTo>
                <a:cubicBezTo>
                  <a:pt x="80486" y="134922"/>
                  <a:pt x="74676" y="137827"/>
                  <a:pt x="66675" y="138636"/>
                </a:cubicBezTo>
                <a:lnTo>
                  <a:pt x="66675" y="152495"/>
                </a:lnTo>
                <a:cubicBezTo>
                  <a:pt x="66675" y="155115"/>
                  <a:pt x="64532" y="157258"/>
                  <a:pt x="61913" y="157258"/>
                </a:cubicBezTo>
                <a:cubicBezTo>
                  <a:pt x="59293" y="157258"/>
                  <a:pt x="57150" y="155115"/>
                  <a:pt x="57150" y="152495"/>
                </a:cubicBezTo>
                <a:lnTo>
                  <a:pt x="57150" y="138541"/>
                </a:lnTo>
                <a:cubicBezTo>
                  <a:pt x="49578" y="137493"/>
                  <a:pt x="43910" y="133969"/>
                  <a:pt x="40005" y="129588"/>
                </a:cubicBezTo>
                <a:cubicBezTo>
                  <a:pt x="35481" y="124492"/>
                  <a:pt x="33338" y="118253"/>
                  <a:pt x="33338" y="113586"/>
                </a:cubicBezTo>
                <a:cubicBezTo>
                  <a:pt x="33338" y="110966"/>
                  <a:pt x="35481" y="108823"/>
                  <a:pt x="38100" y="108823"/>
                </a:cubicBezTo>
                <a:cubicBezTo>
                  <a:pt x="40720" y="108823"/>
                  <a:pt x="42863" y="110966"/>
                  <a:pt x="42863" y="113586"/>
                </a:cubicBezTo>
                <a:cubicBezTo>
                  <a:pt x="42863" y="115729"/>
                  <a:pt x="44053" y="119777"/>
                  <a:pt x="47149" y="123254"/>
                </a:cubicBezTo>
                <a:cubicBezTo>
                  <a:pt x="50102" y="126540"/>
                  <a:pt x="54769" y="129350"/>
                  <a:pt x="61960" y="129350"/>
                </a:cubicBezTo>
                <a:cubicBezTo>
                  <a:pt x="70485" y="129350"/>
                  <a:pt x="75105" y="126825"/>
                  <a:pt x="77581" y="124254"/>
                </a:cubicBezTo>
                <a:cubicBezTo>
                  <a:pt x="80153" y="121587"/>
                  <a:pt x="81010" y="118301"/>
                  <a:pt x="81010" y="115872"/>
                </a:cubicBezTo>
                <a:cubicBezTo>
                  <a:pt x="81010" y="113776"/>
                  <a:pt x="80391" y="111585"/>
                  <a:pt x="77724" y="109061"/>
                </a:cubicBezTo>
                <a:cubicBezTo>
                  <a:pt x="74866" y="106299"/>
                  <a:pt x="69628" y="103156"/>
                  <a:pt x="60341" y="99822"/>
                </a:cubicBezTo>
                <a:cubicBezTo>
                  <a:pt x="50530" y="96298"/>
                  <a:pt x="44244" y="92535"/>
                  <a:pt x="40481" y="88202"/>
                </a:cubicBezTo>
                <a:cubicBezTo>
                  <a:pt x="36481" y="83629"/>
                  <a:pt x="35719" y="78915"/>
                  <a:pt x="35719" y="74819"/>
                </a:cubicBezTo>
                <a:cubicBezTo>
                  <a:pt x="35719" y="71676"/>
                  <a:pt x="36433" y="65961"/>
                  <a:pt x="40243" y="60913"/>
                </a:cubicBezTo>
                <a:cubicBezTo>
                  <a:pt x="43625" y="56436"/>
                  <a:pt x="49102" y="53054"/>
                  <a:pt x="57150" y="52102"/>
                </a:cubicBezTo>
                <a:lnTo>
                  <a:pt x="57150" y="38148"/>
                </a:lnTo>
                <a:cubicBezTo>
                  <a:pt x="57150" y="35528"/>
                  <a:pt x="59293" y="33385"/>
                  <a:pt x="61913" y="33385"/>
                </a:cubicBezTo>
                <a:cubicBezTo>
                  <a:pt x="64532" y="33385"/>
                  <a:pt x="66675" y="35528"/>
                  <a:pt x="66675" y="38148"/>
                </a:cubicBezTo>
                <a:lnTo>
                  <a:pt x="66675" y="52102"/>
                </a:lnTo>
                <a:cubicBezTo>
                  <a:pt x="83011" y="54102"/>
                  <a:pt x="90488" y="66056"/>
                  <a:pt x="90488" y="74819"/>
                </a:cubicBezTo>
                <a:cubicBezTo>
                  <a:pt x="90488" y="77438"/>
                  <a:pt x="88345" y="79581"/>
                  <a:pt x="85725" y="79581"/>
                </a:cubicBezTo>
                <a:cubicBezTo>
                  <a:pt x="83106" y="79581"/>
                  <a:pt x="80963" y="77438"/>
                  <a:pt x="80963" y="74819"/>
                </a:cubicBezTo>
                <a:cubicBezTo>
                  <a:pt x="80963" y="70723"/>
                  <a:pt x="76534" y="61341"/>
                  <a:pt x="61913" y="61341"/>
                </a:cubicBezTo>
                <a:cubicBezTo>
                  <a:pt x="53626" y="61341"/>
                  <a:pt x="49768" y="64151"/>
                  <a:pt x="47863" y="66675"/>
                </a:cubicBezTo>
                <a:close/>
                <a:moveTo>
                  <a:pt x="119063" y="52435"/>
                </a:moveTo>
                <a:lnTo>
                  <a:pt x="185785" y="52435"/>
                </a:lnTo>
                <a:cubicBezTo>
                  <a:pt x="188405" y="52435"/>
                  <a:pt x="190548" y="50292"/>
                  <a:pt x="190548" y="47673"/>
                </a:cubicBezTo>
                <a:cubicBezTo>
                  <a:pt x="190548" y="45053"/>
                  <a:pt x="188405" y="42910"/>
                  <a:pt x="185785" y="42910"/>
                </a:cubicBezTo>
                <a:lnTo>
                  <a:pt x="119063" y="42910"/>
                </a:lnTo>
                <a:cubicBezTo>
                  <a:pt x="116443" y="42910"/>
                  <a:pt x="114300" y="45053"/>
                  <a:pt x="114300" y="47673"/>
                </a:cubicBezTo>
                <a:cubicBezTo>
                  <a:pt x="114300" y="50292"/>
                  <a:pt x="116443" y="52435"/>
                  <a:pt x="119063" y="52435"/>
                </a:cubicBezTo>
                <a:close/>
                <a:moveTo>
                  <a:pt x="276320" y="181070"/>
                </a:moveTo>
                <a:cubicBezTo>
                  <a:pt x="276320" y="202978"/>
                  <a:pt x="264890" y="222218"/>
                  <a:pt x="247745" y="233220"/>
                </a:cubicBezTo>
                <a:lnTo>
                  <a:pt x="247745" y="304943"/>
                </a:lnTo>
                <a:lnTo>
                  <a:pt x="28575" y="304943"/>
                </a:lnTo>
                <a:lnTo>
                  <a:pt x="28575" y="276368"/>
                </a:lnTo>
                <a:lnTo>
                  <a:pt x="0" y="276368"/>
                </a:lnTo>
                <a:lnTo>
                  <a:pt x="0" y="0"/>
                </a:lnTo>
                <a:lnTo>
                  <a:pt x="219170" y="0"/>
                </a:lnTo>
                <a:lnTo>
                  <a:pt x="219170" y="28575"/>
                </a:lnTo>
                <a:lnTo>
                  <a:pt x="247745" y="28575"/>
                </a:lnTo>
                <a:lnTo>
                  <a:pt x="247745" y="128873"/>
                </a:lnTo>
                <a:cubicBezTo>
                  <a:pt x="264938" y="139875"/>
                  <a:pt x="276320" y="159115"/>
                  <a:pt x="276320" y="181023"/>
                </a:cubicBezTo>
                <a:close/>
                <a:moveTo>
                  <a:pt x="219123" y="119301"/>
                </a:moveTo>
                <a:cubicBezTo>
                  <a:pt x="225838" y="119825"/>
                  <a:pt x="232220" y="121396"/>
                  <a:pt x="238173" y="123873"/>
                </a:cubicBezTo>
                <a:lnTo>
                  <a:pt x="238173" y="38100"/>
                </a:lnTo>
                <a:lnTo>
                  <a:pt x="219123" y="38100"/>
                </a:lnTo>
                <a:lnTo>
                  <a:pt x="219123" y="119301"/>
                </a:lnTo>
                <a:close/>
                <a:moveTo>
                  <a:pt x="33290" y="266795"/>
                </a:moveTo>
                <a:lnTo>
                  <a:pt x="209598" y="266795"/>
                </a:lnTo>
                <a:lnTo>
                  <a:pt x="209598" y="242745"/>
                </a:lnTo>
                <a:cubicBezTo>
                  <a:pt x="177641" y="240316"/>
                  <a:pt x="152400" y="213646"/>
                  <a:pt x="152400" y="181023"/>
                </a:cubicBezTo>
                <a:cubicBezTo>
                  <a:pt x="152400" y="148400"/>
                  <a:pt x="177594" y="121777"/>
                  <a:pt x="209598" y="119301"/>
                </a:cubicBezTo>
                <a:lnTo>
                  <a:pt x="209598" y="9477"/>
                </a:lnTo>
                <a:lnTo>
                  <a:pt x="9477" y="9477"/>
                </a:lnTo>
                <a:lnTo>
                  <a:pt x="9477" y="266795"/>
                </a:lnTo>
                <a:lnTo>
                  <a:pt x="33290" y="266795"/>
                </a:lnTo>
                <a:close/>
                <a:moveTo>
                  <a:pt x="238173" y="238220"/>
                </a:moveTo>
                <a:cubicBezTo>
                  <a:pt x="232220" y="240697"/>
                  <a:pt x="225838" y="242268"/>
                  <a:pt x="219123" y="242792"/>
                </a:cubicBezTo>
                <a:lnTo>
                  <a:pt x="219123" y="276368"/>
                </a:lnTo>
                <a:lnTo>
                  <a:pt x="38052" y="276368"/>
                </a:lnTo>
                <a:lnTo>
                  <a:pt x="38052" y="295418"/>
                </a:lnTo>
                <a:lnTo>
                  <a:pt x="238173" y="295418"/>
                </a:lnTo>
                <a:lnTo>
                  <a:pt x="238173" y="238268"/>
                </a:lnTo>
                <a:close/>
                <a:moveTo>
                  <a:pt x="266748" y="181023"/>
                </a:moveTo>
                <a:cubicBezTo>
                  <a:pt x="266748" y="161639"/>
                  <a:pt x="256223" y="144685"/>
                  <a:pt x="240554" y="135636"/>
                </a:cubicBezTo>
                <a:cubicBezTo>
                  <a:pt x="232839" y="131159"/>
                  <a:pt x="223885" y="128635"/>
                  <a:pt x="214360" y="128635"/>
                </a:cubicBezTo>
                <a:cubicBezTo>
                  <a:pt x="185404" y="128635"/>
                  <a:pt x="161925" y="152114"/>
                  <a:pt x="161925" y="181070"/>
                </a:cubicBezTo>
                <a:cubicBezTo>
                  <a:pt x="161925" y="210026"/>
                  <a:pt x="185404" y="233506"/>
                  <a:pt x="214360" y="233506"/>
                </a:cubicBezTo>
                <a:cubicBezTo>
                  <a:pt x="223933" y="233506"/>
                  <a:pt x="232839" y="230934"/>
                  <a:pt x="240554" y="226504"/>
                </a:cubicBezTo>
                <a:cubicBezTo>
                  <a:pt x="256223" y="217408"/>
                  <a:pt x="266748" y="200501"/>
                  <a:pt x="266748" y="181118"/>
                </a:cubicBezTo>
                <a:close/>
                <a:moveTo>
                  <a:pt x="190500" y="85725"/>
                </a:moveTo>
                <a:cubicBezTo>
                  <a:pt x="190500" y="83106"/>
                  <a:pt x="188357" y="80963"/>
                  <a:pt x="185738" y="80963"/>
                </a:cubicBezTo>
                <a:lnTo>
                  <a:pt x="119015" y="80963"/>
                </a:lnTo>
                <a:cubicBezTo>
                  <a:pt x="116396" y="80963"/>
                  <a:pt x="114252" y="83106"/>
                  <a:pt x="114252" y="85725"/>
                </a:cubicBezTo>
                <a:cubicBezTo>
                  <a:pt x="114252" y="88344"/>
                  <a:pt x="116396" y="90488"/>
                  <a:pt x="119015" y="90488"/>
                </a:cubicBezTo>
                <a:lnTo>
                  <a:pt x="185738" y="90488"/>
                </a:lnTo>
                <a:cubicBezTo>
                  <a:pt x="188357" y="90488"/>
                  <a:pt x="190500" y="88344"/>
                  <a:pt x="190500" y="85725"/>
                </a:cubicBezTo>
                <a:close/>
                <a:moveTo>
                  <a:pt x="239173" y="158972"/>
                </a:moveTo>
                <a:lnTo>
                  <a:pt x="204359" y="202454"/>
                </a:lnTo>
                <a:lnTo>
                  <a:pt x="189072" y="187166"/>
                </a:lnTo>
                <a:cubicBezTo>
                  <a:pt x="187214" y="185309"/>
                  <a:pt x="184214" y="185309"/>
                  <a:pt x="182356" y="187166"/>
                </a:cubicBezTo>
                <a:cubicBezTo>
                  <a:pt x="180499" y="189024"/>
                  <a:pt x="180499" y="192024"/>
                  <a:pt x="182356" y="193881"/>
                </a:cubicBezTo>
                <a:lnTo>
                  <a:pt x="201406" y="212931"/>
                </a:lnTo>
                <a:cubicBezTo>
                  <a:pt x="202359" y="213884"/>
                  <a:pt x="203692" y="214408"/>
                  <a:pt x="205026" y="214313"/>
                </a:cubicBezTo>
                <a:cubicBezTo>
                  <a:pt x="206359" y="214217"/>
                  <a:pt x="207645" y="213598"/>
                  <a:pt x="208502" y="212550"/>
                </a:cubicBezTo>
                <a:lnTo>
                  <a:pt x="246602" y="164925"/>
                </a:lnTo>
                <a:cubicBezTo>
                  <a:pt x="248269" y="162878"/>
                  <a:pt x="247936" y="159877"/>
                  <a:pt x="245840" y="158210"/>
                </a:cubicBezTo>
                <a:cubicBezTo>
                  <a:pt x="243793" y="156591"/>
                  <a:pt x="240792" y="156924"/>
                  <a:pt x="239125" y="158972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60"/>
          <p:cNvSpPr/>
          <p:nvPr/>
        </p:nvSpPr>
        <p:spPr>
          <a:xfrm>
            <a:off x="754925" y="3215375"/>
            <a:ext cx="758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Confirm with me</a:t>
            </a:r>
            <a:endParaRPr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6" name="Google Shape;566;p60"/>
          <p:cNvSpPr/>
          <p:nvPr/>
        </p:nvSpPr>
        <p:spPr>
          <a:xfrm>
            <a:off x="524700" y="3140775"/>
            <a:ext cx="100500" cy="1522800"/>
          </a:xfrm>
          <a:prstGeom prst="rect">
            <a:avLst/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0"/>
          <p:cNvSpPr/>
          <p:nvPr/>
        </p:nvSpPr>
        <p:spPr>
          <a:xfrm>
            <a:off x="733425" y="3550975"/>
            <a:ext cx="7853400" cy="11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AutoNum type="arabicPeriod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is Inventory Manager in approval path? – visibility, accountability, or both?  _____________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AutoNum type="arabicPeriod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Approval thresholds – who / at what $  _____________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AutoNum type="arabicPeriod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Receiving – where it lives and who does it? Central receiving or requesters?  _____________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Helvetica Neue"/>
              <a:buAutoNum type="arabicPeriod"/>
            </a:pPr>
            <a:r>
              <a:rPr lang="en" sz="13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Required fields beyond quantity, unit price, need by date  _____________</a:t>
            </a:r>
            <a:endParaRPr sz="13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1"/>
          <p:cNvSpPr txBox="1"/>
          <p:nvPr>
            <p:ph idx="1" type="body"/>
          </p:nvPr>
        </p:nvSpPr>
        <p:spPr>
          <a:xfrm>
            <a:off x="557775" y="850400"/>
            <a:ext cx="66579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r>
              <a:rPr lang="en"/>
              <a:t>Ramp extensions</a:t>
            </a:r>
            <a:endParaRPr/>
          </a:p>
        </p:txBody>
      </p:sp>
      <p:sp>
        <p:nvSpPr>
          <p:cNvPr id="573" name="Google Shape;573;p61"/>
          <p:cNvSpPr txBox="1"/>
          <p:nvPr>
            <p:ph type="title"/>
          </p:nvPr>
        </p:nvSpPr>
        <p:spPr>
          <a:xfrm>
            <a:off x="557775" y="557700"/>
            <a:ext cx="80295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After </a:t>
            </a:r>
            <a:r>
              <a:rPr lang="en"/>
              <a:t>the</a:t>
            </a:r>
            <a:r>
              <a:rPr lang="en"/>
              <a:t> path is live</a:t>
            </a:r>
            <a:endParaRPr/>
          </a:p>
        </p:txBody>
      </p:sp>
      <p:sp>
        <p:nvSpPr>
          <p:cNvPr id="574" name="Google Shape;574;p61"/>
          <p:cNvSpPr txBox="1"/>
          <p:nvPr>
            <p:ph idx="2" type="body"/>
          </p:nvPr>
        </p:nvSpPr>
        <p:spPr>
          <a:xfrm>
            <a:off x="557234" y="3704850"/>
            <a:ext cx="39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r>
              <a:rPr lang="en" sz="1300"/>
              <a:t>Bill Pay</a:t>
            </a:r>
            <a:endParaRPr sz="1300"/>
          </a:p>
        </p:txBody>
      </p:sp>
      <p:sp>
        <p:nvSpPr>
          <p:cNvPr id="575" name="Google Shape;575;p61"/>
          <p:cNvSpPr txBox="1"/>
          <p:nvPr>
            <p:ph idx="3" type="body"/>
          </p:nvPr>
        </p:nvSpPr>
        <p:spPr>
          <a:xfrm>
            <a:off x="557225" y="3951750"/>
            <a:ext cx="3903000" cy="7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0" lvl="0" marL="152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⦁"/>
            </a:pPr>
            <a:r>
              <a:rPr lang="en" sz="1000"/>
              <a:t>Matched invoices paid in Ramp</a:t>
            </a:r>
            <a:endParaRPr sz="1000"/>
          </a:p>
          <a:p>
            <a:pPr indent="-127000" lvl="0" marL="152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⦁"/>
            </a:pPr>
            <a:r>
              <a:rPr lang="en" sz="1000"/>
              <a:t>Due dates leave the spreadsheet.</a:t>
            </a:r>
            <a:endParaRPr sz="1000"/>
          </a:p>
          <a:p>
            <a:pPr indent="-127000" lvl="0" marL="15240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000"/>
              <a:buChar char="⦁"/>
            </a:pPr>
            <a:r>
              <a:rPr lang="en" sz="1000"/>
              <a:t>Full request-to-payment trail in one place.</a:t>
            </a:r>
            <a:endParaRPr sz="1000"/>
          </a:p>
        </p:txBody>
      </p:sp>
      <p:sp>
        <p:nvSpPr>
          <p:cNvPr id="576" name="Google Shape;576;p61"/>
          <p:cNvSpPr txBox="1"/>
          <p:nvPr>
            <p:ph idx="4" type="body"/>
          </p:nvPr>
        </p:nvSpPr>
        <p:spPr>
          <a:xfrm>
            <a:off x="4673600" y="3704850"/>
            <a:ext cx="39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900"/>
              <a:buNone/>
            </a:pPr>
            <a:r>
              <a:rPr lang="en" sz="1300"/>
              <a:t>AI Procurement Agents</a:t>
            </a:r>
            <a:endParaRPr sz="1300"/>
          </a:p>
        </p:txBody>
      </p:sp>
      <p:sp>
        <p:nvSpPr>
          <p:cNvPr id="577" name="Google Shape;577;p61"/>
          <p:cNvSpPr txBox="1"/>
          <p:nvPr>
            <p:ph idx="5" type="body"/>
          </p:nvPr>
        </p:nvSpPr>
        <p:spPr>
          <a:xfrm>
            <a:off x="4673600" y="3951750"/>
            <a:ext cx="39030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120650" lvl="0" marL="152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⦁"/>
            </a:pPr>
            <a:r>
              <a:rPr lang="en"/>
              <a:t>Embedded in approval workflow for research &amp; structured reports</a:t>
            </a:r>
            <a:endParaRPr/>
          </a:p>
          <a:p>
            <a:pPr indent="-120650" lvl="0" marL="152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⦁"/>
            </a:pPr>
            <a:r>
              <a:rPr lang="en"/>
              <a:t>Web + document analysis; risk tiering; conditional routing</a:t>
            </a:r>
            <a:endParaRPr/>
          </a:p>
          <a:p>
            <a:pPr indent="-120650" lvl="0" marL="152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Char char="⦁"/>
            </a:pPr>
            <a:r>
              <a:rPr lang="en"/>
              <a:t>Does not approve — prepares context for humans</a:t>
            </a:r>
            <a:endParaRPr/>
          </a:p>
          <a:p>
            <a:pPr indent="-120650" lvl="0" marL="15240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900"/>
              <a:buChar char="⦁"/>
            </a:pPr>
            <a:r>
              <a:rPr lang="en"/>
              <a:t>Best for: new vendors, security/legal review, duplicate detection</a:t>
            </a:r>
            <a:endParaRPr/>
          </a:p>
        </p:txBody>
      </p:sp>
      <p:sp>
        <p:nvSpPr>
          <p:cNvPr id="578" name="Google Shape;578;p61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9" name="Google Shape;579;p61"/>
          <p:cNvPicPr preferRelativeResize="0"/>
          <p:nvPr/>
        </p:nvPicPr>
        <p:blipFill rotWithShape="1">
          <a:blip r:embed="rId3">
            <a:alphaModFix/>
          </a:blip>
          <a:srcRect b="3267" l="7526" r="7907" t="3379"/>
          <a:stretch/>
        </p:blipFill>
        <p:spPr>
          <a:xfrm>
            <a:off x="716275" y="1379800"/>
            <a:ext cx="3116576" cy="214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61"/>
          <p:cNvPicPr preferRelativeResize="0"/>
          <p:nvPr/>
        </p:nvPicPr>
        <p:blipFill rotWithShape="1">
          <a:blip r:embed="rId4">
            <a:alphaModFix/>
          </a:blip>
          <a:srcRect b="0" l="22696" r="0" t="3382"/>
          <a:stretch/>
        </p:blipFill>
        <p:spPr>
          <a:xfrm>
            <a:off x="4808100" y="1379800"/>
            <a:ext cx="3486100" cy="221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2"/>
          <p:cNvSpPr txBox="1"/>
          <p:nvPr>
            <p:ph type="title"/>
          </p:nvPr>
        </p:nvSpPr>
        <p:spPr>
          <a:xfrm>
            <a:off x="557775" y="557700"/>
            <a:ext cx="80289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This week</a:t>
            </a:r>
            <a:endParaRPr/>
          </a:p>
        </p:txBody>
      </p:sp>
      <p:sp>
        <p:nvSpPr>
          <p:cNvPr id="586" name="Google Shape;586;p62"/>
          <p:cNvSpPr txBox="1"/>
          <p:nvPr>
            <p:ph idx="12" type="sldNum"/>
          </p:nvPr>
        </p:nvSpPr>
        <p:spPr>
          <a:xfrm>
            <a:off x="8239125" y="4839975"/>
            <a:ext cx="348000" cy="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62"/>
          <p:cNvSpPr/>
          <p:nvPr/>
        </p:nvSpPr>
        <p:spPr>
          <a:xfrm>
            <a:off x="524700" y="3239475"/>
            <a:ext cx="8094600" cy="1350000"/>
          </a:xfrm>
          <a:prstGeom prst="rect">
            <a:avLst/>
          </a:prstGeom>
          <a:solidFill>
            <a:srgbClr val="F4F3EF"/>
          </a:solidFill>
          <a:ln>
            <a:noFill/>
          </a:ln>
          <a:effectLst>
            <a:outerShdw blurRad="762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8" name="Google Shape;588;p62"/>
          <p:cNvSpPr/>
          <p:nvPr/>
        </p:nvSpPr>
        <p:spPr>
          <a:xfrm>
            <a:off x="732950" y="3390575"/>
            <a:ext cx="758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Lock before we leave</a:t>
            </a:r>
            <a:endParaRPr i="0" sz="14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p62"/>
          <p:cNvSpPr/>
          <p:nvPr/>
        </p:nvSpPr>
        <p:spPr>
          <a:xfrm>
            <a:off x="733050" y="3759150"/>
            <a:ext cx="76779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Schedule working session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Pilot group confirmed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Any open items from today (thresholds, receiving, Inventory)</a:t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0" name="Google Shape;590;p62"/>
          <p:cNvSpPr/>
          <p:nvPr/>
        </p:nvSpPr>
        <p:spPr>
          <a:xfrm>
            <a:off x="524699" y="3239472"/>
            <a:ext cx="100500" cy="1350000"/>
          </a:xfrm>
          <a:prstGeom prst="rect">
            <a:avLst/>
          </a:prstGeom>
          <a:solidFill>
            <a:srgbClr val="6060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2"/>
          <p:cNvSpPr/>
          <p:nvPr/>
        </p:nvSpPr>
        <p:spPr>
          <a:xfrm>
            <a:off x="524700" y="944250"/>
            <a:ext cx="8094600" cy="1627500"/>
          </a:xfrm>
          <a:prstGeom prst="rect">
            <a:avLst/>
          </a:prstGeom>
          <a:solidFill>
            <a:srgbClr val="757267"/>
          </a:solidFill>
          <a:ln>
            <a:noFill/>
          </a:ln>
          <a:effectLst>
            <a:outerShdw blurRad="76200" rotWithShape="0" algn="bl" dir="8100000" dist="12700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&amp; publish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Run first request together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Review what broke</a:t>
            </a:r>
            <a:endParaRPr b="1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62"/>
          <p:cNvSpPr/>
          <p:nvPr/>
        </p:nvSpPr>
        <p:spPr>
          <a:xfrm>
            <a:off x="588245" y="1482745"/>
            <a:ext cx="229837" cy="229718"/>
          </a:xfrm>
          <a:custGeom>
            <a:rect b="b" l="l" r="r" t="t"/>
            <a:pathLst>
              <a:path extrusionOk="0" h="229718" w="229837">
                <a:moveTo>
                  <a:pt x="227599" y="132874"/>
                </a:moveTo>
                <a:lnTo>
                  <a:pt x="140160" y="91583"/>
                </a:lnTo>
                <a:lnTo>
                  <a:pt x="141303" y="26527"/>
                </a:lnTo>
                <a:cubicBezTo>
                  <a:pt x="141351" y="23670"/>
                  <a:pt x="140351" y="20622"/>
                  <a:pt x="138922" y="17859"/>
                </a:cubicBezTo>
                <a:cubicBezTo>
                  <a:pt x="137446" y="15002"/>
                  <a:pt x="135398" y="12144"/>
                  <a:pt x="133016" y="9573"/>
                </a:cubicBezTo>
                <a:cubicBezTo>
                  <a:pt x="128349" y="4572"/>
                  <a:pt x="121729" y="0"/>
                  <a:pt x="114824" y="0"/>
                </a:cubicBezTo>
                <a:cubicBezTo>
                  <a:pt x="107918" y="0"/>
                  <a:pt x="101298" y="4572"/>
                  <a:pt x="96631" y="9573"/>
                </a:cubicBezTo>
                <a:cubicBezTo>
                  <a:pt x="94249" y="12144"/>
                  <a:pt x="92154" y="15049"/>
                  <a:pt x="90725" y="17859"/>
                </a:cubicBezTo>
                <a:cubicBezTo>
                  <a:pt x="89297" y="20669"/>
                  <a:pt x="88296" y="23717"/>
                  <a:pt x="88344" y="26527"/>
                </a:cubicBezTo>
                <a:lnTo>
                  <a:pt x="89487" y="91583"/>
                </a:lnTo>
                <a:lnTo>
                  <a:pt x="2048" y="132874"/>
                </a:lnTo>
                <a:cubicBezTo>
                  <a:pt x="809" y="133445"/>
                  <a:pt x="0" y="134731"/>
                  <a:pt x="0" y="136112"/>
                </a:cubicBezTo>
                <a:lnTo>
                  <a:pt x="0" y="161830"/>
                </a:lnTo>
                <a:cubicBezTo>
                  <a:pt x="0" y="162925"/>
                  <a:pt x="524" y="163973"/>
                  <a:pt x="1381" y="164640"/>
                </a:cubicBezTo>
                <a:cubicBezTo>
                  <a:pt x="2238" y="165306"/>
                  <a:pt x="3381" y="165544"/>
                  <a:pt x="4476" y="165306"/>
                </a:cubicBezTo>
                <a:lnTo>
                  <a:pt x="90440" y="144113"/>
                </a:lnTo>
                <a:lnTo>
                  <a:pt x="91249" y="189500"/>
                </a:lnTo>
                <a:lnTo>
                  <a:pt x="63722" y="206692"/>
                </a:lnTo>
                <a:cubicBezTo>
                  <a:pt x="62674" y="207359"/>
                  <a:pt x="62055" y="208502"/>
                  <a:pt x="62055" y="209740"/>
                </a:cubicBezTo>
                <a:lnTo>
                  <a:pt x="62055" y="226123"/>
                </a:lnTo>
                <a:cubicBezTo>
                  <a:pt x="62055" y="227219"/>
                  <a:pt x="62579" y="228267"/>
                  <a:pt x="63436" y="228981"/>
                </a:cubicBezTo>
                <a:cubicBezTo>
                  <a:pt x="64294" y="229648"/>
                  <a:pt x="65437" y="229886"/>
                  <a:pt x="66532" y="229600"/>
                </a:cubicBezTo>
                <a:lnTo>
                  <a:pt x="114919" y="217218"/>
                </a:lnTo>
                <a:lnTo>
                  <a:pt x="163306" y="229600"/>
                </a:lnTo>
                <a:cubicBezTo>
                  <a:pt x="164401" y="229886"/>
                  <a:pt x="165497" y="229600"/>
                  <a:pt x="166401" y="228981"/>
                </a:cubicBezTo>
                <a:cubicBezTo>
                  <a:pt x="167307" y="228362"/>
                  <a:pt x="167783" y="227267"/>
                  <a:pt x="167783" y="226123"/>
                </a:cubicBezTo>
                <a:lnTo>
                  <a:pt x="167783" y="209740"/>
                </a:lnTo>
                <a:cubicBezTo>
                  <a:pt x="167783" y="208502"/>
                  <a:pt x="167164" y="207359"/>
                  <a:pt x="166116" y="206692"/>
                </a:cubicBezTo>
                <a:lnTo>
                  <a:pt x="138589" y="189500"/>
                </a:lnTo>
                <a:lnTo>
                  <a:pt x="139398" y="144113"/>
                </a:lnTo>
                <a:lnTo>
                  <a:pt x="225361" y="165306"/>
                </a:lnTo>
                <a:cubicBezTo>
                  <a:pt x="226409" y="165592"/>
                  <a:pt x="227552" y="165306"/>
                  <a:pt x="228457" y="164640"/>
                </a:cubicBezTo>
                <a:cubicBezTo>
                  <a:pt x="229362" y="163973"/>
                  <a:pt x="229838" y="162925"/>
                  <a:pt x="229838" y="161830"/>
                </a:cubicBezTo>
                <a:lnTo>
                  <a:pt x="229838" y="136112"/>
                </a:lnTo>
                <a:cubicBezTo>
                  <a:pt x="229838" y="134731"/>
                  <a:pt x="229028" y="133445"/>
                  <a:pt x="227790" y="132874"/>
                </a:cubicBezTo>
                <a:close/>
                <a:moveTo>
                  <a:pt x="7096" y="157258"/>
                </a:moveTo>
                <a:lnTo>
                  <a:pt x="7096" y="138398"/>
                </a:lnTo>
                <a:lnTo>
                  <a:pt x="89582" y="99489"/>
                </a:lnTo>
                <a:lnTo>
                  <a:pt x="90249" y="136827"/>
                </a:lnTo>
                <a:lnTo>
                  <a:pt x="7144" y="157305"/>
                </a:lnTo>
                <a:close/>
                <a:moveTo>
                  <a:pt x="160448" y="211741"/>
                </a:moveTo>
                <a:lnTo>
                  <a:pt x="160448" y="221504"/>
                </a:lnTo>
                <a:lnTo>
                  <a:pt x="115681" y="210074"/>
                </a:lnTo>
                <a:cubicBezTo>
                  <a:pt x="115109" y="209931"/>
                  <a:pt x="114490" y="209931"/>
                  <a:pt x="113919" y="210074"/>
                </a:cubicBezTo>
                <a:lnTo>
                  <a:pt x="114824" y="213550"/>
                </a:lnTo>
                <a:lnTo>
                  <a:pt x="114824" y="213550"/>
                </a:lnTo>
                <a:cubicBezTo>
                  <a:pt x="114824" y="213550"/>
                  <a:pt x="113919" y="210074"/>
                  <a:pt x="113919" y="210074"/>
                </a:cubicBezTo>
                <a:lnTo>
                  <a:pt x="69151" y="221504"/>
                </a:lnTo>
                <a:lnTo>
                  <a:pt x="69151" y="211741"/>
                </a:lnTo>
                <a:lnTo>
                  <a:pt x="96726" y="194548"/>
                </a:lnTo>
                <a:cubicBezTo>
                  <a:pt x="97774" y="193881"/>
                  <a:pt x="98441" y="192691"/>
                  <a:pt x="98393" y="191452"/>
                </a:cubicBezTo>
                <a:lnTo>
                  <a:pt x="97488" y="139541"/>
                </a:lnTo>
                <a:lnTo>
                  <a:pt x="96678" y="93774"/>
                </a:lnTo>
                <a:lnTo>
                  <a:pt x="95488" y="26432"/>
                </a:lnTo>
                <a:cubicBezTo>
                  <a:pt x="95488" y="25241"/>
                  <a:pt x="95916" y="23431"/>
                  <a:pt x="97107" y="21146"/>
                </a:cubicBezTo>
                <a:cubicBezTo>
                  <a:pt x="98250" y="18955"/>
                  <a:pt x="99917" y="16621"/>
                  <a:pt x="101869" y="14478"/>
                </a:cubicBezTo>
                <a:cubicBezTo>
                  <a:pt x="106013" y="10049"/>
                  <a:pt x="110871" y="7191"/>
                  <a:pt x="114824" y="7191"/>
                </a:cubicBezTo>
                <a:cubicBezTo>
                  <a:pt x="118776" y="7191"/>
                  <a:pt x="123634" y="10049"/>
                  <a:pt x="127778" y="14478"/>
                </a:cubicBezTo>
                <a:cubicBezTo>
                  <a:pt x="129778" y="16621"/>
                  <a:pt x="131445" y="18955"/>
                  <a:pt x="132540" y="21146"/>
                </a:cubicBezTo>
                <a:cubicBezTo>
                  <a:pt x="133683" y="23431"/>
                  <a:pt x="134159" y="25241"/>
                  <a:pt x="134159" y="26432"/>
                </a:cubicBezTo>
                <a:lnTo>
                  <a:pt x="132969" y="93774"/>
                </a:lnTo>
                <a:lnTo>
                  <a:pt x="132159" y="139541"/>
                </a:lnTo>
                <a:lnTo>
                  <a:pt x="131254" y="191452"/>
                </a:lnTo>
                <a:cubicBezTo>
                  <a:pt x="131254" y="192691"/>
                  <a:pt x="131873" y="193881"/>
                  <a:pt x="132921" y="194548"/>
                </a:cubicBezTo>
                <a:lnTo>
                  <a:pt x="160496" y="211741"/>
                </a:lnTo>
                <a:close/>
                <a:moveTo>
                  <a:pt x="222456" y="157258"/>
                </a:moveTo>
                <a:lnTo>
                  <a:pt x="139350" y="136779"/>
                </a:lnTo>
                <a:lnTo>
                  <a:pt x="140017" y="99441"/>
                </a:lnTo>
                <a:lnTo>
                  <a:pt x="222504" y="138351"/>
                </a:lnTo>
                <a:lnTo>
                  <a:pt x="222504" y="1572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62"/>
          <p:cNvSpPr/>
          <p:nvPr/>
        </p:nvSpPr>
        <p:spPr>
          <a:xfrm>
            <a:off x="593350" y="1815712"/>
            <a:ext cx="219627" cy="219660"/>
          </a:xfrm>
          <a:custGeom>
            <a:rect b="b" l="l" r="r" t="t"/>
            <a:pathLst>
              <a:path extrusionOk="0" h="219660" w="219627">
                <a:moveTo>
                  <a:pt x="208820" y="109760"/>
                </a:moveTo>
                <a:lnTo>
                  <a:pt x="75280" y="52039"/>
                </a:lnTo>
                <a:cubicBezTo>
                  <a:pt x="60373" y="45609"/>
                  <a:pt x="45228" y="60706"/>
                  <a:pt x="51705" y="75613"/>
                </a:cubicBezTo>
                <a:lnTo>
                  <a:pt x="109236" y="208820"/>
                </a:lnTo>
                <a:cubicBezTo>
                  <a:pt x="116046" y="224632"/>
                  <a:pt x="139050" y="222679"/>
                  <a:pt x="143145" y="206010"/>
                </a:cubicBezTo>
                <a:lnTo>
                  <a:pt x="153813" y="162671"/>
                </a:lnTo>
                <a:cubicBezTo>
                  <a:pt x="154765" y="158814"/>
                  <a:pt x="157766" y="155766"/>
                  <a:pt x="161624" y="154813"/>
                </a:cubicBezTo>
                <a:lnTo>
                  <a:pt x="206058" y="143621"/>
                </a:lnTo>
                <a:cubicBezTo>
                  <a:pt x="222679" y="139430"/>
                  <a:pt x="224536" y="116523"/>
                  <a:pt x="208820" y="109760"/>
                </a:cubicBezTo>
                <a:close/>
                <a:moveTo>
                  <a:pt x="204343" y="136668"/>
                </a:moveTo>
                <a:lnTo>
                  <a:pt x="159909" y="147860"/>
                </a:lnTo>
                <a:cubicBezTo>
                  <a:pt x="153480" y="149479"/>
                  <a:pt x="148432" y="154528"/>
                  <a:pt x="146860" y="160957"/>
                </a:cubicBezTo>
                <a:lnTo>
                  <a:pt x="136192" y="204296"/>
                </a:lnTo>
                <a:cubicBezTo>
                  <a:pt x="133716" y="214297"/>
                  <a:pt x="119952" y="215488"/>
                  <a:pt x="115856" y="206010"/>
                </a:cubicBezTo>
                <a:lnTo>
                  <a:pt x="58325" y="72803"/>
                </a:lnTo>
                <a:cubicBezTo>
                  <a:pt x="54468" y="63849"/>
                  <a:pt x="63516" y="54801"/>
                  <a:pt x="72470" y="58659"/>
                </a:cubicBezTo>
                <a:lnTo>
                  <a:pt x="206010" y="116380"/>
                </a:lnTo>
                <a:cubicBezTo>
                  <a:pt x="215440" y="120476"/>
                  <a:pt x="214344" y="134192"/>
                  <a:pt x="204343" y="136716"/>
                </a:cubicBezTo>
                <a:close/>
                <a:moveTo>
                  <a:pt x="31322" y="67564"/>
                </a:moveTo>
                <a:cubicBezTo>
                  <a:pt x="31846" y="69469"/>
                  <a:pt x="30703" y="71470"/>
                  <a:pt x="28798" y="71946"/>
                </a:cubicBezTo>
                <a:lnTo>
                  <a:pt x="4509" y="78470"/>
                </a:lnTo>
                <a:cubicBezTo>
                  <a:pt x="2604" y="78994"/>
                  <a:pt x="603" y="77851"/>
                  <a:pt x="127" y="75946"/>
                </a:cubicBezTo>
                <a:cubicBezTo>
                  <a:pt x="-397" y="74041"/>
                  <a:pt x="746" y="72041"/>
                  <a:pt x="2651" y="71565"/>
                </a:cubicBezTo>
                <a:lnTo>
                  <a:pt x="26940" y="65040"/>
                </a:lnTo>
                <a:cubicBezTo>
                  <a:pt x="28845" y="64516"/>
                  <a:pt x="30846" y="65659"/>
                  <a:pt x="31322" y="67564"/>
                </a:cubicBezTo>
                <a:close/>
                <a:moveTo>
                  <a:pt x="64992" y="26940"/>
                </a:moveTo>
                <a:lnTo>
                  <a:pt x="71517" y="2651"/>
                </a:lnTo>
                <a:cubicBezTo>
                  <a:pt x="72041" y="746"/>
                  <a:pt x="73994" y="-397"/>
                  <a:pt x="75899" y="127"/>
                </a:cubicBezTo>
                <a:cubicBezTo>
                  <a:pt x="77804" y="651"/>
                  <a:pt x="78947" y="2604"/>
                  <a:pt x="78423" y="4509"/>
                </a:cubicBezTo>
                <a:lnTo>
                  <a:pt x="71898" y="28798"/>
                </a:lnTo>
                <a:cubicBezTo>
                  <a:pt x="71375" y="30703"/>
                  <a:pt x="69422" y="31846"/>
                  <a:pt x="67517" y="31322"/>
                </a:cubicBezTo>
                <a:cubicBezTo>
                  <a:pt x="65612" y="30798"/>
                  <a:pt x="64469" y="28845"/>
                  <a:pt x="64992" y="26940"/>
                </a:cubicBezTo>
                <a:close/>
                <a:moveTo>
                  <a:pt x="39894" y="34846"/>
                </a:moveTo>
                <a:cubicBezTo>
                  <a:pt x="41275" y="36227"/>
                  <a:pt x="41275" y="38513"/>
                  <a:pt x="39894" y="39942"/>
                </a:cubicBezTo>
                <a:cubicBezTo>
                  <a:pt x="38513" y="41371"/>
                  <a:pt x="36227" y="41323"/>
                  <a:pt x="34798" y="39942"/>
                </a:cubicBezTo>
                <a:lnTo>
                  <a:pt x="15129" y="20273"/>
                </a:lnTo>
                <a:cubicBezTo>
                  <a:pt x="13748" y="18891"/>
                  <a:pt x="13748" y="16606"/>
                  <a:pt x="15129" y="15177"/>
                </a:cubicBezTo>
                <a:cubicBezTo>
                  <a:pt x="16511" y="13796"/>
                  <a:pt x="18796" y="13796"/>
                  <a:pt x="20225" y="15177"/>
                </a:cubicBezTo>
                <a:lnTo>
                  <a:pt x="39894" y="348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62"/>
          <p:cNvSpPr/>
          <p:nvPr/>
        </p:nvSpPr>
        <p:spPr>
          <a:xfrm>
            <a:off x="599080" y="2138611"/>
            <a:ext cx="208168" cy="229743"/>
          </a:xfrm>
          <a:custGeom>
            <a:rect b="b" l="l" r="r" t="t"/>
            <a:pathLst>
              <a:path extrusionOk="0" h="229743" w="208168">
                <a:moveTo>
                  <a:pt x="36052" y="50244"/>
                </a:moveTo>
                <a:cubicBezTo>
                  <a:pt x="34480" y="52340"/>
                  <a:pt x="34099" y="54912"/>
                  <a:pt x="34099" y="56388"/>
                </a:cubicBezTo>
                <a:cubicBezTo>
                  <a:pt x="34099" y="58436"/>
                  <a:pt x="34433" y="60055"/>
                  <a:pt x="35909" y="61770"/>
                </a:cubicBezTo>
                <a:cubicBezTo>
                  <a:pt x="37576" y="63675"/>
                  <a:pt x="40910" y="66008"/>
                  <a:pt x="47863" y="68485"/>
                </a:cubicBezTo>
                <a:cubicBezTo>
                  <a:pt x="55245" y="71152"/>
                  <a:pt x="60293" y="73914"/>
                  <a:pt x="63484" y="77010"/>
                </a:cubicBezTo>
                <a:cubicBezTo>
                  <a:pt x="66865" y="80248"/>
                  <a:pt x="68199" y="83725"/>
                  <a:pt x="68199" y="87344"/>
                </a:cubicBezTo>
                <a:cubicBezTo>
                  <a:pt x="68199" y="90678"/>
                  <a:pt x="67056" y="95059"/>
                  <a:pt x="63627" y="98631"/>
                </a:cubicBezTo>
                <a:cubicBezTo>
                  <a:pt x="60674" y="101679"/>
                  <a:pt x="56292" y="103870"/>
                  <a:pt x="50292" y="104489"/>
                </a:cubicBezTo>
                <a:lnTo>
                  <a:pt x="50292" y="114919"/>
                </a:lnTo>
                <a:cubicBezTo>
                  <a:pt x="50292" y="116919"/>
                  <a:pt x="48673" y="118491"/>
                  <a:pt x="46720" y="118491"/>
                </a:cubicBezTo>
                <a:cubicBezTo>
                  <a:pt x="44767" y="118491"/>
                  <a:pt x="43148" y="116872"/>
                  <a:pt x="43148" y="114919"/>
                </a:cubicBezTo>
                <a:lnTo>
                  <a:pt x="43148" y="104394"/>
                </a:lnTo>
                <a:cubicBezTo>
                  <a:pt x="37481" y="103585"/>
                  <a:pt x="33194" y="100965"/>
                  <a:pt x="30242" y="97679"/>
                </a:cubicBezTo>
                <a:cubicBezTo>
                  <a:pt x="26813" y="93869"/>
                  <a:pt x="25193" y="89154"/>
                  <a:pt x="25193" y="85630"/>
                </a:cubicBezTo>
                <a:cubicBezTo>
                  <a:pt x="25193" y="83630"/>
                  <a:pt x="26813" y="82058"/>
                  <a:pt x="28765" y="82058"/>
                </a:cubicBezTo>
                <a:cubicBezTo>
                  <a:pt x="30718" y="82058"/>
                  <a:pt x="32337" y="83677"/>
                  <a:pt x="32337" y="85630"/>
                </a:cubicBezTo>
                <a:cubicBezTo>
                  <a:pt x="32337" y="87249"/>
                  <a:pt x="33242" y="90297"/>
                  <a:pt x="35576" y="92916"/>
                </a:cubicBezTo>
                <a:cubicBezTo>
                  <a:pt x="37814" y="95393"/>
                  <a:pt x="41338" y="97536"/>
                  <a:pt x="46720" y="97536"/>
                </a:cubicBezTo>
                <a:cubicBezTo>
                  <a:pt x="53149" y="97536"/>
                  <a:pt x="56626" y="95631"/>
                  <a:pt x="58483" y="93678"/>
                </a:cubicBezTo>
                <a:cubicBezTo>
                  <a:pt x="60436" y="91678"/>
                  <a:pt x="61055" y="89202"/>
                  <a:pt x="61055" y="87344"/>
                </a:cubicBezTo>
                <a:cubicBezTo>
                  <a:pt x="61055" y="85773"/>
                  <a:pt x="60579" y="84106"/>
                  <a:pt x="58578" y="82201"/>
                </a:cubicBezTo>
                <a:cubicBezTo>
                  <a:pt x="56436" y="80105"/>
                  <a:pt x="52482" y="77772"/>
                  <a:pt x="45482" y="75248"/>
                </a:cubicBezTo>
                <a:cubicBezTo>
                  <a:pt x="38100" y="72581"/>
                  <a:pt x="33338" y="69771"/>
                  <a:pt x="30527" y="66484"/>
                </a:cubicBezTo>
                <a:cubicBezTo>
                  <a:pt x="27527" y="63008"/>
                  <a:pt x="26955" y="59484"/>
                  <a:pt x="26955" y="56388"/>
                </a:cubicBezTo>
                <a:cubicBezTo>
                  <a:pt x="26955" y="54054"/>
                  <a:pt x="27479" y="49721"/>
                  <a:pt x="30385" y="45911"/>
                </a:cubicBezTo>
                <a:cubicBezTo>
                  <a:pt x="32956" y="42529"/>
                  <a:pt x="37052" y="40005"/>
                  <a:pt x="43100" y="39291"/>
                </a:cubicBezTo>
                <a:lnTo>
                  <a:pt x="43100" y="28813"/>
                </a:lnTo>
                <a:cubicBezTo>
                  <a:pt x="43100" y="26813"/>
                  <a:pt x="44719" y="25241"/>
                  <a:pt x="46672" y="25241"/>
                </a:cubicBezTo>
                <a:cubicBezTo>
                  <a:pt x="48625" y="25241"/>
                  <a:pt x="50244" y="26861"/>
                  <a:pt x="50244" y="28813"/>
                </a:cubicBezTo>
                <a:lnTo>
                  <a:pt x="50244" y="39338"/>
                </a:lnTo>
                <a:cubicBezTo>
                  <a:pt x="62532" y="40815"/>
                  <a:pt x="68199" y="49816"/>
                  <a:pt x="68199" y="56436"/>
                </a:cubicBezTo>
                <a:cubicBezTo>
                  <a:pt x="68199" y="58436"/>
                  <a:pt x="66580" y="60008"/>
                  <a:pt x="64627" y="60008"/>
                </a:cubicBezTo>
                <a:cubicBezTo>
                  <a:pt x="62674" y="60008"/>
                  <a:pt x="61055" y="58388"/>
                  <a:pt x="61055" y="56436"/>
                </a:cubicBezTo>
                <a:cubicBezTo>
                  <a:pt x="61055" y="53340"/>
                  <a:pt x="57721" y="46244"/>
                  <a:pt x="46720" y="46244"/>
                </a:cubicBezTo>
                <a:cubicBezTo>
                  <a:pt x="40481" y="46244"/>
                  <a:pt x="37576" y="48339"/>
                  <a:pt x="36100" y="50244"/>
                </a:cubicBezTo>
                <a:close/>
                <a:moveTo>
                  <a:pt x="89725" y="39529"/>
                </a:moveTo>
                <a:lnTo>
                  <a:pt x="139969" y="39529"/>
                </a:lnTo>
                <a:cubicBezTo>
                  <a:pt x="141970" y="39529"/>
                  <a:pt x="143541" y="37909"/>
                  <a:pt x="143541" y="35957"/>
                </a:cubicBezTo>
                <a:cubicBezTo>
                  <a:pt x="143541" y="34004"/>
                  <a:pt x="141922" y="32385"/>
                  <a:pt x="139969" y="32385"/>
                </a:cubicBezTo>
                <a:lnTo>
                  <a:pt x="89725" y="32385"/>
                </a:lnTo>
                <a:cubicBezTo>
                  <a:pt x="87725" y="32385"/>
                  <a:pt x="86153" y="34004"/>
                  <a:pt x="86153" y="35957"/>
                </a:cubicBezTo>
                <a:cubicBezTo>
                  <a:pt x="86153" y="37909"/>
                  <a:pt x="87773" y="39529"/>
                  <a:pt x="89725" y="39529"/>
                </a:cubicBezTo>
                <a:close/>
                <a:moveTo>
                  <a:pt x="208169" y="136446"/>
                </a:moveTo>
                <a:cubicBezTo>
                  <a:pt x="208169" y="152972"/>
                  <a:pt x="199548" y="167450"/>
                  <a:pt x="186642" y="175736"/>
                </a:cubicBezTo>
                <a:lnTo>
                  <a:pt x="186642" y="229743"/>
                </a:lnTo>
                <a:lnTo>
                  <a:pt x="21526" y="229743"/>
                </a:lnTo>
                <a:lnTo>
                  <a:pt x="21526" y="208217"/>
                </a:lnTo>
                <a:lnTo>
                  <a:pt x="0" y="208217"/>
                </a:lnTo>
                <a:lnTo>
                  <a:pt x="0" y="0"/>
                </a:lnTo>
                <a:lnTo>
                  <a:pt x="165116" y="0"/>
                </a:lnTo>
                <a:lnTo>
                  <a:pt x="165116" y="21526"/>
                </a:lnTo>
                <a:lnTo>
                  <a:pt x="186642" y="21526"/>
                </a:lnTo>
                <a:lnTo>
                  <a:pt x="186642" y="97107"/>
                </a:lnTo>
                <a:cubicBezTo>
                  <a:pt x="199596" y="105394"/>
                  <a:pt x="208169" y="119872"/>
                  <a:pt x="208169" y="136398"/>
                </a:cubicBezTo>
                <a:close/>
                <a:moveTo>
                  <a:pt x="165116" y="89916"/>
                </a:moveTo>
                <a:cubicBezTo>
                  <a:pt x="170164" y="90297"/>
                  <a:pt x="175022" y="91488"/>
                  <a:pt x="179451" y="93345"/>
                </a:cubicBezTo>
                <a:lnTo>
                  <a:pt x="179451" y="28718"/>
                </a:lnTo>
                <a:lnTo>
                  <a:pt x="165116" y="28718"/>
                </a:lnTo>
                <a:lnTo>
                  <a:pt x="165116" y="89869"/>
                </a:lnTo>
                <a:close/>
                <a:moveTo>
                  <a:pt x="25098" y="201073"/>
                </a:moveTo>
                <a:lnTo>
                  <a:pt x="157924" y="201073"/>
                </a:lnTo>
                <a:lnTo>
                  <a:pt x="157924" y="182928"/>
                </a:lnTo>
                <a:cubicBezTo>
                  <a:pt x="133826" y="181070"/>
                  <a:pt x="114871" y="161020"/>
                  <a:pt x="114871" y="136446"/>
                </a:cubicBezTo>
                <a:cubicBezTo>
                  <a:pt x="114871" y="111871"/>
                  <a:pt x="133874" y="91821"/>
                  <a:pt x="157924" y="89964"/>
                </a:cubicBezTo>
                <a:lnTo>
                  <a:pt x="157924" y="7239"/>
                </a:lnTo>
                <a:lnTo>
                  <a:pt x="7144" y="7239"/>
                </a:lnTo>
                <a:lnTo>
                  <a:pt x="7144" y="201073"/>
                </a:lnTo>
                <a:lnTo>
                  <a:pt x="25098" y="201073"/>
                </a:lnTo>
                <a:close/>
                <a:moveTo>
                  <a:pt x="179451" y="179546"/>
                </a:moveTo>
                <a:cubicBezTo>
                  <a:pt x="174974" y="181404"/>
                  <a:pt x="170164" y="182594"/>
                  <a:pt x="165116" y="182975"/>
                </a:cubicBezTo>
                <a:lnTo>
                  <a:pt x="165116" y="208264"/>
                </a:lnTo>
                <a:lnTo>
                  <a:pt x="28717" y="208264"/>
                </a:lnTo>
                <a:lnTo>
                  <a:pt x="28717" y="222599"/>
                </a:lnTo>
                <a:lnTo>
                  <a:pt x="179498" y="222599"/>
                </a:lnTo>
                <a:lnTo>
                  <a:pt x="179498" y="179546"/>
                </a:lnTo>
                <a:close/>
                <a:moveTo>
                  <a:pt x="200977" y="136446"/>
                </a:moveTo>
                <a:cubicBezTo>
                  <a:pt x="200977" y="121825"/>
                  <a:pt x="193024" y="109061"/>
                  <a:pt x="181213" y="102251"/>
                </a:cubicBezTo>
                <a:cubicBezTo>
                  <a:pt x="175403" y="98869"/>
                  <a:pt x="168687" y="96965"/>
                  <a:pt x="161496" y="96965"/>
                </a:cubicBezTo>
                <a:cubicBezTo>
                  <a:pt x="139684" y="96965"/>
                  <a:pt x="122015" y="114633"/>
                  <a:pt x="122015" y="136446"/>
                </a:cubicBezTo>
                <a:cubicBezTo>
                  <a:pt x="122015" y="158258"/>
                  <a:pt x="139684" y="175927"/>
                  <a:pt x="161496" y="175927"/>
                </a:cubicBezTo>
                <a:cubicBezTo>
                  <a:pt x="168687" y="175927"/>
                  <a:pt x="175450" y="174022"/>
                  <a:pt x="181213" y="170640"/>
                </a:cubicBezTo>
                <a:cubicBezTo>
                  <a:pt x="193024" y="163782"/>
                  <a:pt x="200977" y="151067"/>
                  <a:pt x="200977" y="136446"/>
                </a:cubicBezTo>
                <a:close/>
                <a:moveTo>
                  <a:pt x="143541" y="64675"/>
                </a:moveTo>
                <a:cubicBezTo>
                  <a:pt x="143541" y="62675"/>
                  <a:pt x="141922" y="61103"/>
                  <a:pt x="139969" y="61103"/>
                </a:cubicBezTo>
                <a:lnTo>
                  <a:pt x="89725" y="61103"/>
                </a:lnTo>
                <a:cubicBezTo>
                  <a:pt x="87725" y="61103"/>
                  <a:pt x="86153" y="62722"/>
                  <a:pt x="86153" y="64675"/>
                </a:cubicBezTo>
                <a:cubicBezTo>
                  <a:pt x="86153" y="66627"/>
                  <a:pt x="87773" y="68247"/>
                  <a:pt x="89725" y="68247"/>
                </a:cubicBezTo>
                <a:lnTo>
                  <a:pt x="139969" y="68247"/>
                </a:lnTo>
                <a:cubicBezTo>
                  <a:pt x="141970" y="68247"/>
                  <a:pt x="143541" y="66627"/>
                  <a:pt x="143541" y="64675"/>
                </a:cubicBezTo>
                <a:close/>
                <a:moveTo>
                  <a:pt x="180213" y="119872"/>
                </a:moveTo>
                <a:lnTo>
                  <a:pt x="154019" y="152638"/>
                </a:lnTo>
                <a:lnTo>
                  <a:pt x="142494" y="141113"/>
                </a:lnTo>
                <a:cubicBezTo>
                  <a:pt x="141113" y="139732"/>
                  <a:pt x="138826" y="139732"/>
                  <a:pt x="137398" y="141113"/>
                </a:cubicBezTo>
                <a:cubicBezTo>
                  <a:pt x="135969" y="142494"/>
                  <a:pt x="136017" y="144780"/>
                  <a:pt x="137398" y="146209"/>
                </a:cubicBezTo>
                <a:lnTo>
                  <a:pt x="151733" y="160544"/>
                </a:lnTo>
                <a:cubicBezTo>
                  <a:pt x="152447" y="161258"/>
                  <a:pt x="153448" y="161639"/>
                  <a:pt x="154448" y="161592"/>
                </a:cubicBezTo>
                <a:cubicBezTo>
                  <a:pt x="155447" y="161544"/>
                  <a:pt x="156400" y="161068"/>
                  <a:pt x="157067" y="160258"/>
                </a:cubicBezTo>
                <a:lnTo>
                  <a:pt x="185785" y="124349"/>
                </a:lnTo>
                <a:cubicBezTo>
                  <a:pt x="187023" y="122777"/>
                  <a:pt x="186785" y="120539"/>
                  <a:pt x="185213" y="119301"/>
                </a:cubicBezTo>
                <a:cubicBezTo>
                  <a:pt x="183689" y="118062"/>
                  <a:pt x="181403" y="118300"/>
                  <a:pt x="180165" y="1198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62"/>
          <p:cNvSpPr/>
          <p:nvPr/>
        </p:nvSpPr>
        <p:spPr>
          <a:xfrm>
            <a:off x="599075" y="1048275"/>
            <a:ext cx="7588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 up Aircraft Parts Program</a:t>
            </a:r>
            <a:endParaRPr i="0" sz="14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amp 2023">
  <a:themeElements>
    <a:clrScheme name="Ramp 2023">
      <a:dk1>
        <a:srgbClr val="1F1F1F"/>
      </a:dk1>
      <a:lt1>
        <a:srgbClr val="FFFFFF"/>
      </a:lt1>
      <a:dk2>
        <a:srgbClr val="1F1F1F"/>
      </a:dk2>
      <a:lt2>
        <a:srgbClr val="F4F3EF"/>
      </a:lt2>
      <a:accent1>
        <a:srgbClr val="5683D2"/>
      </a:accent1>
      <a:accent2>
        <a:srgbClr val="684162"/>
      </a:accent2>
      <a:accent3>
        <a:srgbClr val="757267"/>
      </a:accent3>
      <a:accent4>
        <a:srgbClr val="924F35"/>
      </a:accent4>
      <a:accent5>
        <a:srgbClr val="DEB1B9"/>
      </a:accent5>
      <a:accent6>
        <a:srgbClr val="D6CA67"/>
      </a:accent6>
      <a:hlink>
        <a:srgbClr val="3DA8E5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